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7" r:id="rId4"/>
    <p:sldId id="268" r:id="rId5"/>
    <p:sldId id="269" r:id="rId6"/>
    <p:sldId id="270" r:id="rId7"/>
    <p:sldId id="272" r:id="rId8"/>
    <p:sldId id="27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5E46"/>
    <a:srgbClr val="E01919"/>
    <a:srgbClr val="FFFF00"/>
    <a:srgbClr val="47BA47"/>
    <a:srgbClr val="F02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1A5B87-19BC-4E33-0F60-B56B7167090E}" v="136" dt="2026-02-27T09:25:35.026"/>
    <p1510:client id="{ECD41558-5B3D-A667-46E3-3BEF9ACBC737}" v="1404" dt="2026-02-27T09:31:28.4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1DC873-9B5E-4B56-B08C-B9830ED660A1}" type="doc">
      <dgm:prSet loTypeId="urn:microsoft.com/office/officeart/2005/8/layout/chevron2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6DF683F5-AF8C-4223-B5BC-2653178963AE}">
      <dgm:prSet phldrT="[Text]" phldr="0"/>
      <dgm:spPr/>
      <dgm:t>
        <a:bodyPr/>
        <a:lstStyle/>
        <a:p>
          <a:pPr rtl="0"/>
          <a:r>
            <a:rPr lang="en-US" b="1">
              <a:latin typeface="Aptos Display" panose="02110004020202020204"/>
            </a:rPr>
            <a:t>CORE IDEA</a:t>
          </a:r>
          <a:endParaRPr lang="en-US" b="1"/>
        </a:p>
      </dgm:t>
    </dgm:pt>
    <dgm:pt modelId="{54F5C21E-2215-45F3-8FCD-AF042A23AD1C}" type="parTrans" cxnId="{351979A1-3394-484A-A63A-F8F00C019E5A}">
      <dgm:prSet/>
      <dgm:spPr/>
      <dgm:t>
        <a:bodyPr/>
        <a:lstStyle/>
        <a:p>
          <a:endParaRPr lang="en-US"/>
        </a:p>
      </dgm:t>
    </dgm:pt>
    <dgm:pt modelId="{49101788-6A8F-47A8-A351-280E158923AF}" type="sibTrans" cxnId="{351979A1-3394-484A-A63A-F8F00C019E5A}">
      <dgm:prSet/>
      <dgm:spPr/>
      <dgm:t>
        <a:bodyPr/>
        <a:lstStyle/>
        <a:p>
          <a:endParaRPr lang="en-US"/>
        </a:p>
      </dgm:t>
    </dgm:pt>
    <dgm:pt modelId="{E923064B-026C-4FB7-A213-07EAD747C583}">
      <dgm:prSet phldrT="[Text]" phldr="0"/>
      <dgm:spPr/>
      <dgm:t>
        <a:bodyPr/>
        <a:lstStyle/>
        <a:p>
          <a:pPr rtl="0"/>
          <a:r>
            <a:rPr lang="en-US" sz="2400" b="0"/>
            <a:t>An AI-powered smart traffic system that predicts congestion and dynamically adjusts signal timings to optimize traffic flow in real </a:t>
          </a:r>
          <a:r>
            <a:rPr lang="en-US" sz="2400" b="0">
              <a:latin typeface="Aptos"/>
            </a:rPr>
            <a:t>timeReal-time</a:t>
          </a:r>
          <a:r>
            <a:rPr lang="en-US" sz="2400">
              <a:latin typeface="Aptos"/>
            </a:rPr>
            <a:t> blood stock tracking</a:t>
          </a:r>
          <a:endParaRPr lang="en-US" sz="1800" b="1">
            <a:latin typeface="Aptos Display"/>
          </a:endParaRPr>
        </a:p>
      </dgm:t>
    </dgm:pt>
    <dgm:pt modelId="{8C8A0CAA-928F-4F3F-B04A-62EF1599AC5F}" type="parTrans" cxnId="{4B66C015-36C9-44B4-B00D-2389179438CE}">
      <dgm:prSet/>
      <dgm:spPr/>
      <dgm:t>
        <a:bodyPr/>
        <a:lstStyle/>
        <a:p>
          <a:endParaRPr lang="en-US"/>
        </a:p>
      </dgm:t>
    </dgm:pt>
    <dgm:pt modelId="{D5401F9F-3E73-4909-9092-0FBF575634D7}" type="sibTrans" cxnId="{4B66C015-36C9-44B4-B00D-2389179438CE}">
      <dgm:prSet/>
      <dgm:spPr/>
      <dgm:t>
        <a:bodyPr/>
        <a:lstStyle/>
        <a:p>
          <a:endParaRPr lang="en-US"/>
        </a:p>
      </dgm:t>
    </dgm:pt>
    <dgm:pt modelId="{4C5E79E7-94A2-4EC4-B894-0C5133058AF5}">
      <dgm:prSet phldr="0"/>
      <dgm:spPr/>
      <dgm:t>
        <a:bodyPr/>
        <a:lstStyle/>
        <a:p>
          <a:r>
            <a:rPr lang="en-US" sz="2800" b="1">
              <a:latin typeface="Aptos"/>
            </a:rPr>
            <a:t>INNOVATION &amp; UNIQUENESS</a:t>
          </a:r>
          <a:endParaRPr lang="en-US" sz="2800" b="1">
            <a:latin typeface="Aptos Display" panose="02110004020202020204"/>
          </a:endParaRPr>
        </a:p>
      </dgm:t>
    </dgm:pt>
    <dgm:pt modelId="{09C9B72C-6CEE-4E28-A0F3-7D4B5A88D414}" type="parTrans" cxnId="{6E1068E7-39DC-4179-BE4D-42607705EF1A}">
      <dgm:prSet/>
      <dgm:spPr/>
    </dgm:pt>
    <dgm:pt modelId="{1678A15C-FD54-43FB-8CA6-AC014E97D58C}" type="sibTrans" cxnId="{6E1068E7-39DC-4179-BE4D-42607705EF1A}">
      <dgm:prSet/>
      <dgm:spPr/>
    </dgm:pt>
    <dgm:pt modelId="{CF4D5012-D6B3-4E0A-B038-F5D1D3E6E081}">
      <dgm:prSet phldr="0"/>
      <dgm:spPr/>
      <dgm:t>
        <a:bodyPr/>
        <a:lstStyle/>
        <a:p>
          <a:pPr rtl="0"/>
          <a:r>
            <a:rPr lang="en-US" sz="2400" b="0"/>
            <a:t>A predictive, AI-driven adaptive signal system that dynamically optimizes traffic flow instead of relying on fixed timers.</a:t>
          </a:r>
          <a:endParaRPr lang="en-US" sz="2400" b="1">
            <a:latin typeface="Aptos"/>
          </a:endParaRPr>
        </a:p>
      </dgm:t>
    </dgm:pt>
    <dgm:pt modelId="{DFFA0418-11F6-4D66-AD86-60B7303DA877}" type="parTrans" cxnId="{A19F416D-EFEE-418E-A184-71B013C482CD}">
      <dgm:prSet/>
      <dgm:spPr/>
    </dgm:pt>
    <dgm:pt modelId="{199B81AF-AF5D-4F0B-8C60-B74A8FAE74D5}" type="sibTrans" cxnId="{A19F416D-EFEE-418E-A184-71B013C482CD}">
      <dgm:prSet/>
      <dgm:spPr/>
    </dgm:pt>
    <dgm:pt modelId="{36B3B4F1-0D45-4A9A-9FE5-D9272FA6D29B}">
      <dgm:prSet phldr="0"/>
      <dgm:spPr/>
      <dgm:t>
        <a:bodyPr/>
        <a:lstStyle/>
        <a:p>
          <a:r>
            <a:rPr lang="en-US" sz="2400"/>
            <a:t>Uses AI to analyze real-time and historical traffic data to predict congestion and automatically adjust signal timings</a:t>
          </a:r>
        </a:p>
      </dgm:t>
    </dgm:pt>
    <dgm:pt modelId="{49349E2A-55C7-4B0B-89FA-859C0306631A}" type="parTrans" cxnId="{784AFA1E-5041-4046-ADA0-20C1A732EB37}">
      <dgm:prSet/>
      <dgm:spPr/>
    </dgm:pt>
    <dgm:pt modelId="{5E0E83E2-85EC-4EC2-8991-72609945E0B1}" type="sibTrans" cxnId="{784AFA1E-5041-4046-ADA0-20C1A732EB37}">
      <dgm:prSet/>
      <dgm:spPr/>
    </dgm:pt>
    <dgm:pt modelId="{66DF6917-3FF9-4025-A821-0C65D21879B0}">
      <dgm:prSet phldr="0"/>
      <dgm:spPr/>
      <dgm:t>
        <a:bodyPr/>
        <a:lstStyle/>
        <a:p>
          <a:pPr rtl="0"/>
          <a:r>
            <a:rPr lang="en-US" sz="2800" b="1">
              <a:latin typeface="Aptos"/>
            </a:rPr>
            <a:t>HOW IT WORKS</a:t>
          </a:r>
          <a:endParaRPr lang="en-US" sz="2800" b="1">
            <a:latin typeface="Aptos Display" panose="020F0302020204030204"/>
          </a:endParaRPr>
        </a:p>
      </dgm:t>
    </dgm:pt>
    <dgm:pt modelId="{C6690254-EE23-4AA1-84A5-57A68ECF5A3C}" type="parTrans" cxnId="{3F4674CB-CBBC-4A62-A434-7F427C89F0CF}">
      <dgm:prSet/>
      <dgm:spPr/>
    </dgm:pt>
    <dgm:pt modelId="{909CE6F1-3C10-4BA2-8DD0-FBC1F7EAC025}" type="sibTrans" cxnId="{3F4674CB-CBBC-4A62-A434-7F427C89F0CF}">
      <dgm:prSet/>
      <dgm:spPr/>
    </dgm:pt>
    <dgm:pt modelId="{3F980EE2-A932-4268-B7FB-CD8EE859D5D9}" type="pres">
      <dgm:prSet presAssocID="{961DC873-9B5E-4B56-B08C-B9830ED660A1}" presName="linearFlow" presStyleCnt="0">
        <dgm:presLayoutVars>
          <dgm:dir/>
          <dgm:animLvl val="lvl"/>
          <dgm:resizeHandles val="exact"/>
        </dgm:presLayoutVars>
      </dgm:prSet>
      <dgm:spPr/>
    </dgm:pt>
    <dgm:pt modelId="{F9027C94-DD5A-422A-8CC1-483454133657}" type="pres">
      <dgm:prSet presAssocID="{6DF683F5-AF8C-4223-B5BC-2653178963AE}" presName="composite" presStyleCnt="0"/>
      <dgm:spPr/>
    </dgm:pt>
    <dgm:pt modelId="{704692EA-8FA3-4C7B-957E-59486F91D629}" type="pres">
      <dgm:prSet presAssocID="{6DF683F5-AF8C-4223-B5BC-2653178963AE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39971A13-498F-4C23-9242-96653541F3EC}" type="pres">
      <dgm:prSet presAssocID="{6DF683F5-AF8C-4223-B5BC-2653178963AE}" presName="descendantText" presStyleLbl="alignAcc1" presStyleIdx="0" presStyleCnt="3">
        <dgm:presLayoutVars>
          <dgm:bulletEnabled val="1"/>
        </dgm:presLayoutVars>
      </dgm:prSet>
      <dgm:spPr/>
    </dgm:pt>
    <dgm:pt modelId="{A0932052-A378-4522-A847-6AA8C6479640}" type="pres">
      <dgm:prSet presAssocID="{49101788-6A8F-47A8-A351-280E158923AF}" presName="sp" presStyleCnt="0"/>
      <dgm:spPr/>
    </dgm:pt>
    <dgm:pt modelId="{FCE951F8-B1CE-4F80-B086-B4E8DA7D5540}" type="pres">
      <dgm:prSet presAssocID="{4C5E79E7-94A2-4EC4-B894-0C5133058AF5}" presName="composite" presStyleCnt="0"/>
      <dgm:spPr/>
    </dgm:pt>
    <dgm:pt modelId="{3BACD7CD-11D0-4DFF-B87D-5FFF6914EE4E}" type="pres">
      <dgm:prSet presAssocID="{4C5E79E7-94A2-4EC4-B894-0C5133058AF5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19163AB5-1AF0-4233-AB7A-3D777BDE8C4B}" type="pres">
      <dgm:prSet presAssocID="{4C5E79E7-94A2-4EC4-B894-0C5133058AF5}" presName="descendantText" presStyleLbl="alignAcc1" presStyleIdx="1" presStyleCnt="3">
        <dgm:presLayoutVars>
          <dgm:bulletEnabled val="1"/>
        </dgm:presLayoutVars>
      </dgm:prSet>
      <dgm:spPr/>
    </dgm:pt>
    <dgm:pt modelId="{F33634D2-5348-43DD-BE75-502F171DA531}" type="pres">
      <dgm:prSet presAssocID="{1678A15C-FD54-43FB-8CA6-AC014E97D58C}" presName="sp" presStyleCnt="0"/>
      <dgm:spPr/>
    </dgm:pt>
    <dgm:pt modelId="{BD9A3158-2F09-4812-88F9-5058D08043D7}" type="pres">
      <dgm:prSet presAssocID="{66DF6917-3FF9-4025-A821-0C65D21879B0}" presName="composite" presStyleCnt="0"/>
      <dgm:spPr/>
    </dgm:pt>
    <dgm:pt modelId="{4C3979BA-BC8B-42A7-B8D4-FEC3807F6EE3}" type="pres">
      <dgm:prSet presAssocID="{66DF6917-3FF9-4025-A821-0C65D21879B0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1BFF01B5-6861-4BD2-BA8F-EBD0CC67E78E}" type="pres">
      <dgm:prSet presAssocID="{66DF6917-3FF9-4025-A821-0C65D21879B0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4B66C015-36C9-44B4-B00D-2389179438CE}" srcId="{6DF683F5-AF8C-4223-B5BC-2653178963AE}" destId="{E923064B-026C-4FB7-A213-07EAD747C583}" srcOrd="0" destOrd="0" parTransId="{8C8A0CAA-928F-4F3F-B04A-62EF1599AC5F}" sibTransId="{D5401F9F-3E73-4909-9092-0FBF575634D7}"/>
    <dgm:cxn modelId="{784AFA1E-5041-4046-ADA0-20C1A732EB37}" srcId="{66DF6917-3FF9-4025-A821-0C65D21879B0}" destId="{36B3B4F1-0D45-4A9A-9FE5-D9272FA6D29B}" srcOrd="0" destOrd="0" parTransId="{49349E2A-55C7-4B0B-89FA-859C0306631A}" sibTransId="{5E0E83E2-85EC-4EC2-8991-72609945E0B1}"/>
    <dgm:cxn modelId="{153B044A-D528-427C-B282-56CDC26BA920}" type="presOf" srcId="{E923064B-026C-4FB7-A213-07EAD747C583}" destId="{39971A13-498F-4C23-9242-96653541F3EC}" srcOrd="0" destOrd="0" presId="urn:microsoft.com/office/officeart/2005/8/layout/chevron2"/>
    <dgm:cxn modelId="{A19F416D-EFEE-418E-A184-71B013C482CD}" srcId="{4C5E79E7-94A2-4EC4-B894-0C5133058AF5}" destId="{CF4D5012-D6B3-4E0A-B038-F5D1D3E6E081}" srcOrd="0" destOrd="0" parTransId="{DFFA0418-11F6-4D66-AD86-60B7303DA877}" sibTransId="{199B81AF-AF5D-4F0B-8C60-B74A8FAE74D5}"/>
    <dgm:cxn modelId="{BEE5E070-14F0-44FC-BFE7-BA60F47AE29A}" type="presOf" srcId="{CF4D5012-D6B3-4E0A-B038-F5D1D3E6E081}" destId="{19163AB5-1AF0-4233-AB7A-3D777BDE8C4B}" srcOrd="0" destOrd="0" presId="urn:microsoft.com/office/officeart/2005/8/layout/chevron2"/>
    <dgm:cxn modelId="{1E827D8C-CF1F-469F-9F5C-32D11E522F83}" type="presOf" srcId="{66DF6917-3FF9-4025-A821-0C65D21879B0}" destId="{4C3979BA-BC8B-42A7-B8D4-FEC3807F6EE3}" srcOrd="0" destOrd="0" presId="urn:microsoft.com/office/officeart/2005/8/layout/chevron2"/>
    <dgm:cxn modelId="{794FA190-8DBC-4E00-A056-722CEA1D4A00}" type="presOf" srcId="{4C5E79E7-94A2-4EC4-B894-0C5133058AF5}" destId="{3BACD7CD-11D0-4DFF-B87D-5FFF6914EE4E}" srcOrd="0" destOrd="0" presId="urn:microsoft.com/office/officeart/2005/8/layout/chevron2"/>
    <dgm:cxn modelId="{351979A1-3394-484A-A63A-F8F00C019E5A}" srcId="{961DC873-9B5E-4B56-B08C-B9830ED660A1}" destId="{6DF683F5-AF8C-4223-B5BC-2653178963AE}" srcOrd="0" destOrd="0" parTransId="{54F5C21E-2215-45F3-8FCD-AF042A23AD1C}" sibTransId="{49101788-6A8F-47A8-A351-280E158923AF}"/>
    <dgm:cxn modelId="{039840C3-F8F6-4DA5-969C-D1D557CC744F}" type="presOf" srcId="{961DC873-9B5E-4B56-B08C-B9830ED660A1}" destId="{3F980EE2-A932-4268-B7FB-CD8EE859D5D9}" srcOrd="0" destOrd="0" presId="urn:microsoft.com/office/officeart/2005/8/layout/chevron2"/>
    <dgm:cxn modelId="{3F4674CB-CBBC-4A62-A434-7F427C89F0CF}" srcId="{961DC873-9B5E-4B56-B08C-B9830ED660A1}" destId="{66DF6917-3FF9-4025-A821-0C65D21879B0}" srcOrd="2" destOrd="0" parTransId="{C6690254-EE23-4AA1-84A5-57A68ECF5A3C}" sibTransId="{909CE6F1-3C10-4BA2-8DD0-FBC1F7EAC025}"/>
    <dgm:cxn modelId="{956C50E5-86E3-4DBB-839D-B4908CE3B2B8}" type="presOf" srcId="{36B3B4F1-0D45-4A9A-9FE5-D9272FA6D29B}" destId="{1BFF01B5-6861-4BD2-BA8F-EBD0CC67E78E}" srcOrd="0" destOrd="0" presId="urn:microsoft.com/office/officeart/2005/8/layout/chevron2"/>
    <dgm:cxn modelId="{6E1068E7-39DC-4179-BE4D-42607705EF1A}" srcId="{961DC873-9B5E-4B56-B08C-B9830ED660A1}" destId="{4C5E79E7-94A2-4EC4-B894-0C5133058AF5}" srcOrd="1" destOrd="0" parTransId="{09C9B72C-6CEE-4E28-A0F3-7D4B5A88D414}" sibTransId="{1678A15C-FD54-43FB-8CA6-AC014E97D58C}"/>
    <dgm:cxn modelId="{42494CE9-D350-4227-B6DF-D3DC89A68D23}" type="presOf" srcId="{6DF683F5-AF8C-4223-B5BC-2653178963AE}" destId="{704692EA-8FA3-4C7B-957E-59486F91D629}" srcOrd="0" destOrd="0" presId="urn:microsoft.com/office/officeart/2005/8/layout/chevron2"/>
    <dgm:cxn modelId="{06DAD500-97E4-431B-B1FC-DD5B7B20C459}" type="presParOf" srcId="{3F980EE2-A932-4268-B7FB-CD8EE859D5D9}" destId="{F9027C94-DD5A-422A-8CC1-483454133657}" srcOrd="0" destOrd="0" presId="urn:microsoft.com/office/officeart/2005/8/layout/chevron2"/>
    <dgm:cxn modelId="{4D16F359-99CE-4DB7-9B4B-D3BEC2CE844D}" type="presParOf" srcId="{F9027C94-DD5A-422A-8CC1-483454133657}" destId="{704692EA-8FA3-4C7B-957E-59486F91D629}" srcOrd="0" destOrd="0" presId="urn:microsoft.com/office/officeart/2005/8/layout/chevron2"/>
    <dgm:cxn modelId="{3B957364-CDC0-4DB4-B99E-396A074A8A43}" type="presParOf" srcId="{F9027C94-DD5A-422A-8CC1-483454133657}" destId="{39971A13-498F-4C23-9242-96653541F3EC}" srcOrd="1" destOrd="0" presId="urn:microsoft.com/office/officeart/2005/8/layout/chevron2"/>
    <dgm:cxn modelId="{0DD76079-45BB-4E46-AEB1-08C6A7D241C5}" type="presParOf" srcId="{3F980EE2-A932-4268-B7FB-CD8EE859D5D9}" destId="{A0932052-A378-4522-A847-6AA8C6479640}" srcOrd="1" destOrd="0" presId="urn:microsoft.com/office/officeart/2005/8/layout/chevron2"/>
    <dgm:cxn modelId="{6F16B2D8-9E57-4041-B12A-4C996C0512DA}" type="presParOf" srcId="{3F980EE2-A932-4268-B7FB-CD8EE859D5D9}" destId="{FCE951F8-B1CE-4F80-B086-B4E8DA7D5540}" srcOrd="2" destOrd="0" presId="urn:microsoft.com/office/officeart/2005/8/layout/chevron2"/>
    <dgm:cxn modelId="{B3569478-81EB-42DE-BF67-152EA9FBA3C5}" type="presParOf" srcId="{FCE951F8-B1CE-4F80-B086-B4E8DA7D5540}" destId="{3BACD7CD-11D0-4DFF-B87D-5FFF6914EE4E}" srcOrd="0" destOrd="0" presId="urn:microsoft.com/office/officeart/2005/8/layout/chevron2"/>
    <dgm:cxn modelId="{E1A6B1FC-E4A1-400F-8C6E-5DE17871EE2A}" type="presParOf" srcId="{FCE951F8-B1CE-4F80-B086-B4E8DA7D5540}" destId="{19163AB5-1AF0-4233-AB7A-3D777BDE8C4B}" srcOrd="1" destOrd="0" presId="urn:microsoft.com/office/officeart/2005/8/layout/chevron2"/>
    <dgm:cxn modelId="{C6490E88-886D-49DE-96B4-F1E5CB970BF1}" type="presParOf" srcId="{3F980EE2-A932-4268-B7FB-CD8EE859D5D9}" destId="{F33634D2-5348-43DD-BE75-502F171DA531}" srcOrd="3" destOrd="0" presId="urn:microsoft.com/office/officeart/2005/8/layout/chevron2"/>
    <dgm:cxn modelId="{33B762E0-396E-487C-AE4D-8001A1EBB5D7}" type="presParOf" srcId="{3F980EE2-A932-4268-B7FB-CD8EE859D5D9}" destId="{BD9A3158-2F09-4812-88F9-5058D08043D7}" srcOrd="4" destOrd="0" presId="urn:microsoft.com/office/officeart/2005/8/layout/chevron2"/>
    <dgm:cxn modelId="{082E7050-C81B-4E49-8067-7C8A69025FC4}" type="presParOf" srcId="{BD9A3158-2F09-4812-88F9-5058D08043D7}" destId="{4C3979BA-BC8B-42A7-B8D4-FEC3807F6EE3}" srcOrd="0" destOrd="0" presId="urn:microsoft.com/office/officeart/2005/8/layout/chevron2"/>
    <dgm:cxn modelId="{9150E843-E4E4-4E5A-9F59-98020725498F}" type="presParOf" srcId="{BD9A3158-2F09-4812-88F9-5058D08043D7}" destId="{1BFF01B5-6861-4BD2-BA8F-EBD0CC67E78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DCBAAF-6582-4B70-8B7B-B535A701A588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6C2355-8B76-4092-A180-71C6ECE20720}">
      <dgm:prSet phldrT="[Text]" phldr="0" custT="1"/>
      <dgm:spPr/>
      <dgm:t>
        <a:bodyPr/>
        <a:lstStyle/>
        <a:p>
          <a:pPr rtl="0"/>
          <a:r>
            <a:rPr lang="en-US" sz="2400" b="0"/>
            <a:t>Traffic Police Department</a:t>
          </a:r>
        </a:p>
      </dgm:t>
    </dgm:pt>
    <dgm:pt modelId="{CA6CD2DF-2AF6-4ABC-9756-6D42905E609C}" type="parTrans" cxnId="{F194446C-7C35-4C4A-AA20-12CFB624D6EF}">
      <dgm:prSet/>
      <dgm:spPr/>
      <dgm:t>
        <a:bodyPr/>
        <a:lstStyle/>
        <a:p>
          <a:endParaRPr lang="en-US"/>
        </a:p>
      </dgm:t>
    </dgm:pt>
    <dgm:pt modelId="{42AEEDF2-2780-48F2-819C-3F7B850251CE}" type="sibTrans" cxnId="{F194446C-7C35-4C4A-AA20-12CFB624D6EF}">
      <dgm:prSet/>
      <dgm:spPr/>
      <dgm:t>
        <a:bodyPr/>
        <a:lstStyle/>
        <a:p>
          <a:endParaRPr lang="en-US"/>
        </a:p>
      </dgm:t>
    </dgm:pt>
    <dgm:pt modelId="{FBD817BD-D09B-40A8-8D4F-C0C9DB82DAA3}">
      <dgm:prSet phldrT="[Text]" phldr="0" custT="1"/>
      <dgm:spPr/>
      <dgm:t>
        <a:bodyPr/>
        <a:lstStyle/>
        <a:p>
          <a:pPr rtl="0"/>
          <a:r>
            <a:rPr lang="en-US" sz="2000" i="0">
              <a:latin typeface="Aptos Display" panose="020F0302020204030204"/>
            </a:rPr>
            <a:t>Monitor</a:t>
          </a:r>
          <a:r>
            <a:rPr lang="en-US" sz="2000" i="0"/>
            <a:t> congestion in real time</a:t>
          </a:r>
        </a:p>
      </dgm:t>
    </dgm:pt>
    <dgm:pt modelId="{37F08242-CF6E-4302-B495-3407D3045076}" type="parTrans" cxnId="{3A0323DE-ED07-4569-B9B3-1A1E5F61CB89}">
      <dgm:prSet/>
      <dgm:spPr/>
      <dgm:t>
        <a:bodyPr/>
        <a:lstStyle/>
        <a:p>
          <a:endParaRPr lang="en-US"/>
        </a:p>
      </dgm:t>
    </dgm:pt>
    <dgm:pt modelId="{A931CA66-AE4A-4012-9A07-836A9A017762}" type="sibTrans" cxnId="{3A0323DE-ED07-4569-B9B3-1A1E5F61CB89}">
      <dgm:prSet/>
      <dgm:spPr/>
      <dgm:t>
        <a:bodyPr/>
        <a:lstStyle/>
        <a:p>
          <a:endParaRPr lang="en-US"/>
        </a:p>
      </dgm:t>
    </dgm:pt>
    <dgm:pt modelId="{683EE087-369F-41EE-846C-DC99C7911C42}">
      <dgm:prSet phldrT="[Text]" phldr="0" custT="1"/>
      <dgm:spPr/>
      <dgm:t>
        <a:bodyPr/>
        <a:lstStyle/>
        <a:p>
          <a:pPr rtl="0"/>
          <a:r>
            <a:rPr lang="en-US" sz="2400" i="1">
              <a:latin typeface="Aptos Display" panose="020F0302020204030204"/>
            </a:rPr>
            <a:t> </a:t>
          </a:r>
          <a:r>
            <a:rPr lang="en-US" sz="2400" i="0"/>
            <a:t>City Traffic Control </a:t>
          </a:r>
          <a:r>
            <a:rPr lang="en-US" sz="2400" i="1">
              <a:latin typeface="Aptos Display" panose="020F0302020204030204"/>
            </a:rPr>
            <a:t>Room</a:t>
          </a:r>
          <a:r>
            <a:rPr lang="en-US" sz="2400"/>
            <a:t> </a:t>
          </a:r>
          <a:r>
            <a:rPr lang="en-US" sz="2400" i="0">
              <a:latin typeface="Aptos Display" panose="020F0302020204030204"/>
            </a:rPr>
            <a:t>         </a:t>
          </a:r>
          <a:r>
            <a:rPr lang="en-US" sz="1800" i="0">
              <a:latin typeface="Aptos Display" panose="020F0302020204030204"/>
            </a:rPr>
            <a:t>  </a:t>
          </a:r>
          <a:endParaRPr lang="en-US" sz="2600" i="0">
            <a:latin typeface="Aptos Display" panose="020F0302020204030204"/>
          </a:endParaRPr>
        </a:p>
      </dgm:t>
    </dgm:pt>
    <dgm:pt modelId="{38F01C7C-4B00-4643-97BB-C7B3C4F4D5BD}" type="parTrans" cxnId="{9F8E0554-C91C-4472-A2C8-81C640E9AF7C}">
      <dgm:prSet/>
      <dgm:spPr/>
      <dgm:t>
        <a:bodyPr/>
        <a:lstStyle/>
        <a:p>
          <a:endParaRPr lang="en-US"/>
        </a:p>
      </dgm:t>
    </dgm:pt>
    <dgm:pt modelId="{1E0560C9-849B-4DF3-9846-1C2501614215}" type="sibTrans" cxnId="{9F8E0554-C91C-4472-A2C8-81C640E9AF7C}">
      <dgm:prSet/>
      <dgm:spPr/>
      <dgm:t>
        <a:bodyPr/>
        <a:lstStyle/>
        <a:p>
          <a:endParaRPr lang="en-US"/>
        </a:p>
      </dgm:t>
    </dgm:pt>
    <dgm:pt modelId="{7D0890E1-8476-44C9-A2E4-7C2F3CC226B3}">
      <dgm:prSet custT="1"/>
      <dgm:spPr/>
      <dgm:t>
        <a:bodyPr/>
        <a:lstStyle/>
        <a:p>
          <a:pPr rtl="0"/>
          <a:r>
            <a:rPr lang="en-US" sz="2400" i="0"/>
            <a:t>Municipal Corporation / </a:t>
          </a:r>
          <a:r>
            <a:rPr lang="en-US" sz="2400" i="1">
              <a:latin typeface="Aptos Display" panose="020F0302020204030204"/>
            </a:rPr>
            <a:t>BBMP</a:t>
          </a:r>
          <a:endParaRPr lang="en-US" sz="2400" i="1">
            <a:latin typeface="Aptos Display" panose="02110004020202020204"/>
          </a:endParaRPr>
        </a:p>
      </dgm:t>
    </dgm:pt>
    <dgm:pt modelId="{5750641C-8453-4EBA-A2E2-87B3E4B58DEE}" type="parTrans" cxnId="{89BC6D69-F79F-47D7-BCF7-BAB76F14BB01}">
      <dgm:prSet/>
      <dgm:spPr/>
    </dgm:pt>
    <dgm:pt modelId="{B6B34652-25B1-404B-8CD1-012439AADF66}" type="sibTrans" cxnId="{89BC6D69-F79F-47D7-BCF7-BAB76F14BB01}">
      <dgm:prSet/>
      <dgm:spPr/>
    </dgm:pt>
    <dgm:pt modelId="{324DD020-F65A-4708-843A-644978992569}">
      <dgm:prSet phldr="0"/>
      <dgm:spPr/>
      <dgm:t>
        <a:bodyPr/>
        <a:lstStyle/>
        <a:p>
          <a:pPr rtl="0"/>
          <a:r>
            <a:rPr lang="en-US" sz="2000"/>
            <a:t>Deploy police to critical roads</a:t>
          </a:r>
          <a:endParaRPr lang="en-US" sz="2000">
            <a:latin typeface="Aptos Display" panose="020F0302020204030204"/>
          </a:endParaRPr>
        </a:p>
      </dgm:t>
    </dgm:pt>
    <dgm:pt modelId="{F034E5BE-D7A1-4610-9A3F-918DBD75A234}" type="parTrans" cxnId="{B5F2BE16-DDB2-4D19-940C-50B9F850A81B}">
      <dgm:prSet/>
      <dgm:spPr/>
    </dgm:pt>
    <dgm:pt modelId="{6B277482-31F1-4BE5-A819-CA52B7039963}" type="sibTrans" cxnId="{B5F2BE16-DDB2-4D19-940C-50B9F850A81B}">
      <dgm:prSet/>
      <dgm:spPr/>
    </dgm:pt>
    <dgm:pt modelId="{F4C4FDC2-21F0-4A43-91DF-C715409E320E}">
      <dgm:prSet phldr="0"/>
      <dgm:spPr/>
      <dgm:t>
        <a:bodyPr/>
        <a:lstStyle/>
        <a:p>
          <a:pPr rtl="0"/>
          <a:r>
            <a:rPr lang="en-US" sz="2000"/>
            <a:t> Make quick decisions</a:t>
          </a:r>
          <a:endParaRPr lang="en-US" sz="2000">
            <a:latin typeface="Aptos Display" panose="020F0302020204030204"/>
          </a:endParaRPr>
        </a:p>
      </dgm:t>
    </dgm:pt>
    <dgm:pt modelId="{05185A97-77D8-4154-B03B-2C4FB23A771B}" type="parTrans" cxnId="{EC52C562-5AC7-4A0E-9499-6E374DE06F4E}">
      <dgm:prSet/>
      <dgm:spPr/>
    </dgm:pt>
    <dgm:pt modelId="{DE6D1C4D-EDF0-47BC-B5D6-100E76812404}" type="sibTrans" cxnId="{EC52C562-5AC7-4A0E-9499-6E374DE06F4E}">
      <dgm:prSet/>
      <dgm:spPr/>
    </dgm:pt>
    <dgm:pt modelId="{48822B7F-E187-4068-AFC8-B22A79EDF03D}">
      <dgm:prSet phldr="0" custT="1"/>
      <dgm:spPr/>
      <dgm:t>
        <a:bodyPr/>
        <a:lstStyle/>
        <a:p>
          <a:pPr rtl="0"/>
          <a:r>
            <a:rPr lang="en-US" sz="2000" i="0"/>
            <a:t> See all roads at once</a:t>
          </a:r>
          <a:endParaRPr lang="en-US" sz="2000" i="0">
            <a:latin typeface="Aptos Display" panose="020F0302020204030204"/>
          </a:endParaRPr>
        </a:p>
      </dgm:t>
    </dgm:pt>
    <dgm:pt modelId="{64502782-2EA2-4B6E-9982-32627426BE04}" type="parTrans" cxnId="{6F2E52E8-3BEE-4495-9C69-C46B44972299}">
      <dgm:prSet/>
      <dgm:spPr/>
    </dgm:pt>
    <dgm:pt modelId="{CD4309DE-EB94-4368-A94E-87781682A3AA}" type="sibTrans" cxnId="{6F2E52E8-3BEE-4495-9C69-C46B44972299}">
      <dgm:prSet/>
      <dgm:spPr/>
    </dgm:pt>
    <dgm:pt modelId="{A2C5B562-CB47-410A-98E6-061E44378E77}">
      <dgm:prSet phldr="0"/>
      <dgm:spPr/>
      <dgm:t>
        <a:bodyPr/>
        <a:lstStyle/>
        <a:p>
          <a:pPr rtl="0"/>
          <a:r>
            <a:rPr lang="en-US" sz="2000"/>
            <a:t>Manage city wide traffic</a:t>
          </a:r>
          <a:endParaRPr lang="en-US" sz="2000">
            <a:latin typeface="Aptos Display" panose="020F0302020204030204"/>
          </a:endParaRPr>
        </a:p>
      </dgm:t>
    </dgm:pt>
    <dgm:pt modelId="{51645D07-AF43-45D3-83A2-7BB3A4B91F77}" type="parTrans" cxnId="{59149CD8-0D35-49D5-A91F-CC2BF2F2B72A}">
      <dgm:prSet/>
      <dgm:spPr/>
    </dgm:pt>
    <dgm:pt modelId="{CDC8C3B8-3F0D-4174-90A8-49BFA6874346}" type="sibTrans" cxnId="{59149CD8-0D35-49D5-A91F-CC2BF2F2B72A}">
      <dgm:prSet/>
      <dgm:spPr/>
    </dgm:pt>
    <dgm:pt modelId="{626B8D1A-0015-4697-8B69-ED942D3C6A57}">
      <dgm:prSet phldr="0" custT="1"/>
      <dgm:spPr/>
      <dgm:t>
        <a:bodyPr/>
        <a:lstStyle/>
        <a:p>
          <a:pPr rtl="0"/>
          <a:r>
            <a:rPr lang="en-US" i="0"/>
            <a:t> </a:t>
          </a:r>
          <a:r>
            <a:rPr lang="en-US" sz="2000" i="0"/>
            <a:t>Plan road expansions</a:t>
          </a:r>
          <a:endParaRPr lang="en-US" sz="2000" i="0">
            <a:latin typeface="Aptos Display" panose="02110004020202020204"/>
          </a:endParaRPr>
        </a:p>
      </dgm:t>
    </dgm:pt>
    <dgm:pt modelId="{52E7453F-E5B9-404F-8F41-A92E4D43E45E}" type="parTrans" cxnId="{E0AA0C86-D888-400F-BC69-AE67E002787F}">
      <dgm:prSet/>
      <dgm:spPr/>
    </dgm:pt>
    <dgm:pt modelId="{4FFA8A94-0AAA-4F55-A634-95A53AB98301}" type="sibTrans" cxnId="{E0AA0C86-D888-400F-BC69-AE67E002787F}">
      <dgm:prSet/>
      <dgm:spPr/>
    </dgm:pt>
    <dgm:pt modelId="{1BC2E607-0F54-4409-B2CB-A3E91F264B2B}">
      <dgm:prSet phldr="0"/>
      <dgm:spPr/>
      <dgm:t>
        <a:bodyPr/>
        <a:lstStyle/>
        <a:p>
          <a:pPr rtl="0"/>
          <a:r>
            <a:rPr lang="en-US" sz="2000" i="0"/>
            <a:t> Identify problem areas</a:t>
          </a:r>
          <a:endParaRPr lang="en-US" sz="2000" i="0">
            <a:latin typeface="Aptos Display" panose="020F0302020204030204"/>
          </a:endParaRPr>
        </a:p>
      </dgm:t>
    </dgm:pt>
    <dgm:pt modelId="{FCCDB2E2-1E62-4F95-9365-4E82FFC836DC}" type="parTrans" cxnId="{3A3D74CC-D83E-494C-9726-A8AC6B07432C}">
      <dgm:prSet/>
      <dgm:spPr/>
    </dgm:pt>
    <dgm:pt modelId="{04710573-A648-403B-B272-2A23F356276F}" type="sibTrans" cxnId="{3A3D74CC-D83E-494C-9726-A8AC6B07432C}">
      <dgm:prSet/>
      <dgm:spPr/>
    </dgm:pt>
    <dgm:pt modelId="{492536B8-BF9A-42D2-A38E-83D9A3AEF55D}">
      <dgm:prSet phldr="0"/>
      <dgm:spPr/>
      <dgm:t>
        <a:bodyPr/>
        <a:lstStyle/>
        <a:p>
          <a:pPr rtl="0"/>
          <a:r>
            <a:rPr lang="en-US" sz="2000" i="0"/>
            <a:t>Make policy decisions</a:t>
          </a:r>
          <a:endParaRPr lang="en-US" sz="2000" i="0">
            <a:latin typeface="Aptos Display" panose="020F0302020204030204"/>
          </a:endParaRPr>
        </a:p>
      </dgm:t>
    </dgm:pt>
    <dgm:pt modelId="{77A0FC94-19D8-449E-9299-A67CB182C7D8}" type="parTrans" cxnId="{14CDCAFF-9D17-43EC-AD4C-0BF5E2F21D74}">
      <dgm:prSet/>
      <dgm:spPr/>
    </dgm:pt>
    <dgm:pt modelId="{2E2545E4-AD72-4D9B-95D8-DFA803ABF50A}" type="sibTrans" cxnId="{14CDCAFF-9D17-43EC-AD4C-0BF5E2F21D74}">
      <dgm:prSet/>
      <dgm:spPr/>
    </dgm:pt>
    <dgm:pt modelId="{7C7237D6-15B8-4977-9D4F-35FA066BDA94}">
      <dgm:prSet phldr="0"/>
      <dgm:spPr/>
      <dgm:t>
        <a:bodyPr/>
        <a:lstStyle/>
        <a:p>
          <a:pPr rtl="0"/>
          <a:r>
            <a:rPr lang="en-US" sz="2000" i="0"/>
            <a:t>Admin dashboard always open</a:t>
          </a:r>
          <a:endParaRPr lang="en-US" sz="2000" i="0">
            <a:latin typeface="Aptos Display" panose="020F0302020204030204"/>
          </a:endParaRPr>
        </a:p>
      </dgm:t>
    </dgm:pt>
    <dgm:pt modelId="{EB2A7C6C-61AC-408C-965B-01882A37F8B9}" type="parTrans" cxnId="{A20E291E-D63E-4B84-B513-4996DEA65B16}">
      <dgm:prSet/>
      <dgm:spPr/>
    </dgm:pt>
    <dgm:pt modelId="{8CD8A788-C824-4376-9DB2-A22446DD2471}" type="sibTrans" cxnId="{A20E291E-D63E-4B84-B513-4996DEA65B16}">
      <dgm:prSet/>
      <dgm:spPr/>
    </dgm:pt>
    <dgm:pt modelId="{FB38F315-9EAD-40D9-A8E1-14AB5710DCD9}" type="pres">
      <dgm:prSet presAssocID="{BADCBAAF-6582-4B70-8B7B-B535A701A588}" presName="Name0" presStyleCnt="0">
        <dgm:presLayoutVars>
          <dgm:dir/>
          <dgm:resizeHandles val="exact"/>
        </dgm:presLayoutVars>
      </dgm:prSet>
      <dgm:spPr/>
    </dgm:pt>
    <dgm:pt modelId="{8FF544D8-9635-461A-9C07-F0A2960E4512}" type="pres">
      <dgm:prSet presAssocID="{1D6C2355-8B76-4092-A180-71C6ECE20720}" presName="node" presStyleLbl="node1" presStyleIdx="0" presStyleCnt="3">
        <dgm:presLayoutVars>
          <dgm:bulletEnabled val="1"/>
        </dgm:presLayoutVars>
      </dgm:prSet>
      <dgm:spPr/>
    </dgm:pt>
    <dgm:pt modelId="{B548D1BE-3D96-4376-B26C-F333C788CCF4}" type="pres">
      <dgm:prSet presAssocID="{42AEEDF2-2780-48F2-819C-3F7B850251CE}" presName="sibTrans" presStyleCnt="0"/>
      <dgm:spPr/>
    </dgm:pt>
    <dgm:pt modelId="{17284102-A318-4774-B7FA-C9520012317E}" type="pres">
      <dgm:prSet presAssocID="{683EE087-369F-41EE-846C-DC99C7911C42}" presName="node" presStyleLbl="node1" presStyleIdx="1" presStyleCnt="3">
        <dgm:presLayoutVars>
          <dgm:bulletEnabled val="1"/>
        </dgm:presLayoutVars>
      </dgm:prSet>
      <dgm:spPr/>
    </dgm:pt>
    <dgm:pt modelId="{8B647514-BCDD-4A24-979E-9DBC9528506C}" type="pres">
      <dgm:prSet presAssocID="{1E0560C9-849B-4DF3-9846-1C2501614215}" presName="sibTrans" presStyleCnt="0"/>
      <dgm:spPr/>
    </dgm:pt>
    <dgm:pt modelId="{A875FA03-51EA-4890-8A9D-402964FF06C0}" type="pres">
      <dgm:prSet presAssocID="{7D0890E1-8476-44C9-A2E4-7C2F3CC226B3}" presName="node" presStyleLbl="node1" presStyleIdx="2" presStyleCnt="3">
        <dgm:presLayoutVars>
          <dgm:bulletEnabled val="1"/>
        </dgm:presLayoutVars>
      </dgm:prSet>
      <dgm:spPr/>
    </dgm:pt>
  </dgm:ptLst>
  <dgm:cxnLst>
    <dgm:cxn modelId="{38849005-4789-4BD0-8C51-6BD44B91C2D4}" type="presOf" srcId="{324DD020-F65A-4708-843A-644978992569}" destId="{8FF544D8-9635-461A-9C07-F0A2960E4512}" srcOrd="0" destOrd="2" presId="urn:microsoft.com/office/officeart/2005/8/layout/hList6"/>
    <dgm:cxn modelId="{7CD1980C-E00E-4E3B-A979-7F925BB843BF}" type="presOf" srcId="{A2C5B562-CB47-410A-98E6-061E44378E77}" destId="{17284102-A318-4774-B7FA-C9520012317E}" srcOrd="0" destOrd="2" presId="urn:microsoft.com/office/officeart/2005/8/layout/hList6"/>
    <dgm:cxn modelId="{0A12B00F-E028-4D49-8BF2-19F495A2C261}" type="presOf" srcId="{7C7237D6-15B8-4977-9D4F-35FA066BDA94}" destId="{17284102-A318-4774-B7FA-C9520012317E}" srcOrd="0" destOrd="3" presId="urn:microsoft.com/office/officeart/2005/8/layout/hList6"/>
    <dgm:cxn modelId="{B5F2BE16-DDB2-4D19-940C-50B9F850A81B}" srcId="{1D6C2355-8B76-4092-A180-71C6ECE20720}" destId="{324DD020-F65A-4708-843A-644978992569}" srcOrd="1" destOrd="0" parTransId="{F034E5BE-D7A1-4610-9A3F-918DBD75A234}" sibTransId="{6B277482-31F1-4BE5-A819-CA52B7039963}"/>
    <dgm:cxn modelId="{A20E291E-D63E-4B84-B513-4996DEA65B16}" srcId="{683EE087-369F-41EE-846C-DC99C7911C42}" destId="{7C7237D6-15B8-4977-9D4F-35FA066BDA94}" srcOrd="2" destOrd="0" parTransId="{EB2A7C6C-61AC-408C-965B-01882A37F8B9}" sibTransId="{8CD8A788-C824-4376-9DB2-A22446DD2471}"/>
    <dgm:cxn modelId="{FA2DDD5B-BE0A-49E1-AF53-F69D437CCF6A}" type="presOf" srcId="{7D0890E1-8476-44C9-A2E4-7C2F3CC226B3}" destId="{A875FA03-51EA-4890-8A9D-402964FF06C0}" srcOrd="0" destOrd="0" presId="urn:microsoft.com/office/officeart/2005/8/layout/hList6"/>
    <dgm:cxn modelId="{F2BE2441-DF8E-4BA0-A10B-20F164491FC1}" type="presOf" srcId="{48822B7F-E187-4068-AFC8-B22A79EDF03D}" destId="{17284102-A318-4774-B7FA-C9520012317E}" srcOrd="0" destOrd="1" presId="urn:microsoft.com/office/officeart/2005/8/layout/hList6"/>
    <dgm:cxn modelId="{366F9641-0193-48C1-A162-C4519021130D}" type="presOf" srcId="{FBD817BD-D09B-40A8-8D4F-C0C9DB82DAA3}" destId="{8FF544D8-9635-461A-9C07-F0A2960E4512}" srcOrd="0" destOrd="1" presId="urn:microsoft.com/office/officeart/2005/8/layout/hList6"/>
    <dgm:cxn modelId="{EC52C562-5AC7-4A0E-9499-6E374DE06F4E}" srcId="{1D6C2355-8B76-4092-A180-71C6ECE20720}" destId="{F4C4FDC2-21F0-4A43-91DF-C715409E320E}" srcOrd="2" destOrd="0" parTransId="{05185A97-77D8-4154-B03B-2C4FB23A771B}" sibTransId="{DE6D1C4D-EDF0-47BC-B5D6-100E76812404}"/>
    <dgm:cxn modelId="{5D5E2463-8147-4DAD-9F0E-E7B15B70513E}" type="presOf" srcId="{626B8D1A-0015-4697-8B69-ED942D3C6A57}" destId="{A875FA03-51EA-4890-8A9D-402964FF06C0}" srcOrd="0" destOrd="1" presId="urn:microsoft.com/office/officeart/2005/8/layout/hList6"/>
    <dgm:cxn modelId="{89BC6D69-F79F-47D7-BCF7-BAB76F14BB01}" srcId="{BADCBAAF-6582-4B70-8B7B-B535A701A588}" destId="{7D0890E1-8476-44C9-A2E4-7C2F3CC226B3}" srcOrd="2" destOrd="0" parTransId="{5750641C-8453-4EBA-A2E2-87B3E4B58DEE}" sibTransId="{B6B34652-25B1-404B-8CD1-012439AADF66}"/>
    <dgm:cxn modelId="{F194446C-7C35-4C4A-AA20-12CFB624D6EF}" srcId="{BADCBAAF-6582-4B70-8B7B-B535A701A588}" destId="{1D6C2355-8B76-4092-A180-71C6ECE20720}" srcOrd="0" destOrd="0" parTransId="{CA6CD2DF-2AF6-4ABC-9756-6D42905E609C}" sibTransId="{42AEEDF2-2780-48F2-819C-3F7B850251CE}"/>
    <dgm:cxn modelId="{94168C6C-BF58-46AE-A15D-AD87275BBD5B}" type="presOf" srcId="{F4C4FDC2-21F0-4A43-91DF-C715409E320E}" destId="{8FF544D8-9635-461A-9C07-F0A2960E4512}" srcOrd="0" destOrd="3" presId="urn:microsoft.com/office/officeart/2005/8/layout/hList6"/>
    <dgm:cxn modelId="{21AFE16C-B0CF-46C0-9F4F-E8B6EE363E58}" type="presOf" srcId="{1D6C2355-8B76-4092-A180-71C6ECE20720}" destId="{8FF544D8-9635-461A-9C07-F0A2960E4512}" srcOrd="0" destOrd="0" presId="urn:microsoft.com/office/officeart/2005/8/layout/hList6"/>
    <dgm:cxn modelId="{9F8E0554-C91C-4472-A2C8-81C640E9AF7C}" srcId="{BADCBAAF-6582-4B70-8B7B-B535A701A588}" destId="{683EE087-369F-41EE-846C-DC99C7911C42}" srcOrd="1" destOrd="0" parTransId="{38F01C7C-4B00-4643-97BB-C7B3C4F4D5BD}" sibTransId="{1E0560C9-849B-4DF3-9846-1C2501614215}"/>
    <dgm:cxn modelId="{E0AA0C86-D888-400F-BC69-AE67E002787F}" srcId="{7D0890E1-8476-44C9-A2E4-7C2F3CC226B3}" destId="{626B8D1A-0015-4697-8B69-ED942D3C6A57}" srcOrd="0" destOrd="0" parTransId="{52E7453F-E5B9-404F-8F41-A92E4D43E45E}" sibTransId="{4FFA8A94-0AAA-4F55-A634-95A53AB98301}"/>
    <dgm:cxn modelId="{D8507894-6978-45E7-B8B6-B2922C8143A5}" type="presOf" srcId="{BADCBAAF-6582-4B70-8B7B-B535A701A588}" destId="{FB38F315-9EAD-40D9-A8E1-14AB5710DCD9}" srcOrd="0" destOrd="0" presId="urn:microsoft.com/office/officeart/2005/8/layout/hList6"/>
    <dgm:cxn modelId="{FFDC8BB8-5E89-498E-8190-64F0402152D8}" type="presOf" srcId="{683EE087-369F-41EE-846C-DC99C7911C42}" destId="{17284102-A318-4774-B7FA-C9520012317E}" srcOrd="0" destOrd="0" presId="urn:microsoft.com/office/officeart/2005/8/layout/hList6"/>
    <dgm:cxn modelId="{3A3D74CC-D83E-494C-9726-A8AC6B07432C}" srcId="{7D0890E1-8476-44C9-A2E4-7C2F3CC226B3}" destId="{1BC2E607-0F54-4409-B2CB-A3E91F264B2B}" srcOrd="1" destOrd="0" parTransId="{FCCDB2E2-1E62-4F95-9365-4E82FFC836DC}" sibTransId="{04710573-A648-403B-B272-2A23F356276F}"/>
    <dgm:cxn modelId="{59149CD8-0D35-49D5-A91F-CC2BF2F2B72A}" srcId="{683EE087-369F-41EE-846C-DC99C7911C42}" destId="{A2C5B562-CB47-410A-98E6-061E44378E77}" srcOrd="1" destOrd="0" parTransId="{51645D07-AF43-45D3-83A2-7BB3A4B91F77}" sibTransId="{CDC8C3B8-3F0D-4174-90A8-49BFA6874346}"/>
    <dgm:cxn modelId="{0FC963DB-A97F-45C2-BB04-C672F9D4C4F9}" type="presOf" srcId="{1BC2E607-0F54-4409-B2CB-A3E91F264B2B}" destId="{A875FA03-51EA-4890-8A9D-402964FF06C0}" srcOrd="0" destOrd="2" presId="urn:microsoft.com/office/officeart/2005/8/layout/hList6"/>
    <dgm:cxn modelId="{EF9544DC-34CA-4261-8CDE-E49EC154C130}" type="presOf" srcId="{492536B8-BF9A-42D2-A38E-83D9A3AEF55D}" destId="{A875FA03-51EA-4890-8A9D-402964FF06C0}" srcOrd="0" destOrd="3" presId="urn:microsoft.com/office/officeart/2005/8/layout/hList6"/>
    <dgm:cxn modelId="{3A0323DE-ED07-4569-B9B3-1A1E5F61CB89}" srcId="{1D6C2355-8B76-4092-A180-71C6ECE20720}" destId="{FBD817BD-D09B-40A8-8D4F-C0C9DB82DAA3}" srcOrd="0" destOrd="0" parTransId="{37F08242-CF6E-4302-B495-3407D3045076}" sibTransId="{A931CA66-AE4A-4012-9A07-836A9A017762}"/>
    <dgm:cxn modelId="{6F2E52E8-3BEE-4495-9C69-C46B44972299}" srcId="{683EE087-369F-41EE-846C-DC99C7911C42}" destId="{48822B7F-E187-4068-AFC8-B22A79EDF03D}" srcOrd="0" destOrd="0" parTransId="{64502782-2EA2-4B6E-9982-32627426BE04}" sibTransId="{CD4309DE-EB94-4368-A94E-87781682A3AA}"/>
    <dgm:cxn modelId="{14CDCAFF-9D17-43EC-AD4C-0BF5E2F21D74}" srcId="{7D0890E1-8476-44C9-A2E4-7C2F3CC226B3}" destId="{492536B8-BF9A-42D2-A38E-83D9A3AEF55D}" srcOrd="2" destOrd="0" parTransId="{77A0FC94-19D8-449E-9299-A67CB182C7D8}" sibTransId="{2E2545E4-AD72-4D9B-95D8-DFA803ABF50A}"/>
    <dgm:cxn modelId="{23F0EE4F-EED0-4341-BE9E-2DAC5653920E}" type="presParOf" srcId="{FB38F315-9EAD-40D9-A8E1-14AB5710DCD9}" destId="{8FF544D8-9635-461A-9C07-F0A2960E4512}" srcOrd="0" destOrd="0" presId="urn:microsoft.com/office/officeart/2005/8/layout/hList6"/>
    <dgm:cxn modelId="{C4C33690-65BB-4A7C-ADBF-E4C6C0EB94D4}" type="presParOf" srcId="{FB38F315-9EAD-40D9-A8E1-14AB5710DCD9}" destId="{B548D1BE-3D96-4376-B26C-F333C788CCF4}" srcOrd="1" destOrd="0" presId="urn:microsoft.com/office/officeart/2005/8/layout/hList6"/>
    <dgm:cxn modelId="{8BF8A2F2-D14E-4F16-816D-4CE5D77EFB6A}" type="presParOf" srcId="{FB38F315-9EAD-40D9-A8E1-14AB5710DCD9}" destId="{17284102-A318-4774-B7FA-C9520012317E}" srcOrd="2" destOrd="0" presId="urn:microsoft.com/office/officeart/2005/8/layout/hList6"/>
    <dgm:cxn modelId="{8D163C2E-BC37-4F2B-88E2-8F1F9492479F}" type="presParOf" srcId="{FB38F315-9EAD-40D9-A8E1-14AB5710DCD9}" destId="{8B647514-BCDD-4A24-979E-9DBC9528506C}" srcOrd="3" destOrd="0" presId="urn:microsoft.com/office/officeart/2005/8/layout/hList6"/>
    <dgm:cxn modelId="{93196DE3-33A4-4664-B2B3-31455C48102B}" type="presParOf" srcId="{FB38F315-9EAD-40D9-A8E1-14AB5710DCD9}" destId="{A875FA03-51EA-4890-8A9D-402964FF06C0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4692EA-8FA3-4C7B-957E-59486F91D629}">
      <dsp:nvSpPr>
        <dsp:cNvPr id="0" name=""/>
        <dsp:cNvSpPr/>
      </dsp:nvSpPr>
      <dsp:spPr>
        <a:xfrm rot="5400000">
          <a:off x="-248415" y="249505"/>
          <a:ext cx="1656100" cy="1159270"/>
        </a:xfrm>
        <a:prstGeom prst="chevron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Aptos Display" panose="02110004020202020204"/>
            </a:rPr>
            <a:t>CORE IDEA</a:t>
          </a:r>
          <a:endParaRPr lang="en-US" sz="1300" b="1" kern="1200"/>
        </a:p>
      </dsp:txBody>
      <dsp:txXfrm rot="-5400000">
        <a:off x="0" y="580725"/>
        <a:ext cx="1159270" cy="496830"/>
      </dsp:txXfrm>
    </dsp:sp>
    <dsp:sp modelId="{39971A13-498F-4C23-9242-96653541F3EC}">
      <dsp:nvSpPr>
        <dsp:cNvPr id="0" name=""/>
        <dsp:cNvSpPr/>
      </dsp:nvSpPr>
      <dsp:spPr>
        <a:xfrm rot="5400000">
          <a:off x="5509319" y="-4348958"/>
          <a:ext cx="1076465" cy="97765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kern="1200"/>
            <a:t>An AI-powered smart traffic system that predicts congestion and dynamically adjusts signal timings to optimize traffic flow in real </a:t>
          </a:r>
          <a:r>
            <a:rPr lang="en-US" sz="2200" b="0" kern="1200">
              <a:latin typeface="Aptos"/>
            </a:rPr>
            <a:t>timeReal-time</a:t>
          </a:r>
          <a:r>
            <a:rPr lang="en-US" sz="2200" kern="1200">
              <a:latin typeface="Aptos"/>
            </a:rPr>
            <a:t> blood stock tracking</a:t>
          </a:r>
          <a:endParaRPr lang="en-US" sz="2200" b="1" kern="1200">
            <a:latin typeface="Aptos Display"/>
          </a:endParaRPr>
        </a:p>
      </dsp:txBody>
      <dsp:txXfrm rot="-5400000">
        <a:off x="1159271" y="53639"/>
        <a:ext cx="9724014" cy="971367"/>
      </dsp:txXfrm>
    </dsp:sp>
    <dsp:sp modelId="{3BACD7CD-11D0-4DFF-B87D-5FFF6914EE4E}">
      <dsp:nvSpPr>
        <dsp:cNvPr id="0" name=""/>
        <dsp:cNvSpPr/>
      </dsp:nvSpPr>
      <dsp:spPr>
        <a:xfrm rot="5400000">
          <a:off x="-248415" y="1712050"/>
          <a:ext cx="1656100" cy="1159270"/>
        </a:xfrm>
        <a:prstGeom prst="chevron">
          <a:avLst/>
        </a:prstGeom>
        <a:solidFill>
          <a:schemeClr val="accent1">
            <a:shade val="80000"/>
            <a:hueOff val="272799"/>
            <a:satOff val="-28446"/>
            <a:lumOff val="19110"/>
            <a:alphaOff val="0"/>
          </a:schemeClr>
        </a:solidFill>
        <a:ln w="19050" cap="flat" cmpd="sng" algn="ctr">
          <a:solidFill>
            <a:schemeClr val="accent1">
              <a:shade val="80000"/>
              <a:hueOff val="272799"/>
              <a:satOff val="-28446"/>
              <a:lumOff val="191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Aptos"/>
            </a:rPr>
            <a:t>INNOVATION &amp; UNIQUENESS</a:t>
          </a:r>
          <a:endParaRPr lang="en-US" sz="1300" b="1" kern="1200">
            <a:latin typeface="Aptos Display" panose="02110004020202020204"/>
          </a:endParaRPr>
        </a:p>
      </dsp:txBody>
      <dsp:txXfrm rot="-5400000">
        <a:off x="0" y="2043270"/>
        <a:ext cx="1159270" cy="496830"/>
      </dsp:txXfrm>
    </dsp:sp>
    <dsp:sp modelId="{19163AB5-1AF0-4233-AB7A-3D777BDE8C4B}">
      <dsp:nvSpPr>
        <dsp:cNvPr id="0" name=""/>
        <dsp:cNvSpPr/>
      </dsp:nvSpPr>
      <dsp:spPr>
        <a:xfrm rot="5400000">
          <a:off x="5509319" y="-2886413"/>
          <a:ext cx="1076465" cy="97765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272799"/>
              <a:satOff val="-28446"/>
              <a:lumOff val="191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kern="1200"/>
            <a:t>A predictive, AI-driven adaptive signal system that dynamically optimizes traffic flow instead of relying on fixed timers.</a:t>
          </a:r>
          <a:endParaRPr lang="en-US" sz="2200" b="1" kern="1200">
            <a:latin typeface="Aptos"/>
          </a:endParaRPr>
        </a:p>
      </dsp:txBody>
      <dsp:txXfrm rot="-5400000">
        <a:off x="1159271" y="1516184"/>
        <a:ext cx="9724014" cy="971367"/>
      </dsp:txXfrm>
    </dsp:sp>
    <dsp:sp modelId="{4C3979BA-BC8B-42A7-B8D4-FEC3807F6EE3}">
      <dsp:nvSpPr>
        <dsp:cNvPr id="0" name=""/>
        <dsp:cNvSpPr/>
      </dsp:nvSpPr>
      <dsp:spPr>
        <a:xfrm rot="5400000">
          <a:off x="-248415" y="3174594"/>
          <a:ext cx="1656100" cy="1159270"/>
        </a:xfrm>
        <a:prstGeom prst="chevron">
          <a:avLst/>
        </a:prstGeom>
        <a:solidFill>
          <a:schemeClr val="accent1">
            <a:shade val="80000"/>
            <a:hueOff val="545598"/>
            <a:satOff val="-56892"/>
            <a:lumOff val="38221"/>
            <a:alphaOff val="0"/>
          </a:schemeClr>
        </a:solidFill>
        <a:ln w="19050" cap="flat" cmpd="sng" algn="ctr">
          <a:solidFill>
            <a:schemeClr val="accent1">
              <a:shade val="80000"/>
              <a:hueOff val="545598"/>
              <a:satOff val="-56892"/>
              <a:lumOff val="382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Aptos"/>
            </a:rPr>
            <a:t>HOW IT WORKS</a:t>
          </a:r>
          <a:endParaRPr lang="en-US" sz="1300" b="1" kern="1200">
            <a:latin typeface="Aptos Display" panose="020F0302020204030204"/>
          </a:endParaRPr>
        </a:p>
      </dsp:txBody>
      <dsp:txXfrm rot="-5400000">
        <a:off x="0" y="3505814"/>
        <a:ext cx="1159270" cy="496830"/>
      </dsp:txXfrm>
    </dsp:sp>
    <dsp:sp modelId="{1BFF01B5-6861-4BD2-BA8F-EBD0CC67E78E}">
      <dsp:nvSpPr>
        <dsp:cNvPr id="0" name=""/>
        <dsp:cNvSpPr/>
      </dsp:nvSpPr>
      <dsp:spPr>
        <a:xfrm rot="5400000">
          <a:off x="5509319" y="-1423869"/>
          <a:ext cx="1076465" cy="97765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545598"/>
              <a:satOff val="-56892"/>
              <a:lumOff val="382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Uses AI to analyze real-time and historical traffic data to predict congestion and automatically adjust signal timings</a:t>
          </a:r>
        </a:p>
      </dsp:txBody>
      <dsp:txXfrm rot="-5400000">
        <a:off x="1159271" y="2978728"/>
        <a:ext cx="9724014" cy="9713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F544D8-9635-461A-9C07-F0A2960E4512}">
      <dsp:nvSpPr>
        <dsp:cNvPr id="0" name=""/>
        <dsp:cNvSpPr/>
      </dsp:nvSpPr>
      <dsp:spPr>
        <a:xfrm rot="16200000">
          <a:off x="-702072" y="703456"/>
          <a:ext cx="5003998" cy="3597085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/>
            <a:t>Traffic Police Department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i="0" kern="1200">
              <a:latin typeface="Aptos Display" panose="020F0302020204030204"/>
            </a:rPr>
            <a:t>Monitor</a:t>
          </a:r>
          <a:r>
            <a:rPr lang="en-US" sz="2000" i="0" kern="1200"/>
            <a:t> congestion in real time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Deploy police to critical roads</a:t>
          </a:r>
          <a:endParaRPr lang="en-US" sz="2000" kern="1200">
            <a:latin typeface="Aptos Display" panose="020F0302020204030204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 Make quick decisions</a:t>
          </a:r>
          <a:endParaRPr lang="en-US" sz="2000" kern="1200">
            <a:latin typeface="Aptos Display" panose="020F0302020204030204"/>
          </a:endParaRPr>
        </a:p>
      </dsp:txBody>
      <dsp:txXfrm rot="5400000">
        <a:off x="1385" y="1000799"/>
        <a:ext cx="3597085" cy="3002398"/>
      </dsp:txXfrm>
    </dsp:sp>
    <dsp:sp modelId="{17284102-A318-4774-B7FA-C9520012317E}">
      <dsp:nvSpPr>
        <dsp:cNvPr id="0" name=""/>
        <dsp:cNvSpPr/>
      </dsp:nvSpPr>
      <dsp:spPr>
        <a:xfrm rot="16200000">
          <a:off x="3164793" y="703456"/>
          <a:ext cx="5003998" cy="3597085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1" kern="1200">
              <a:latin typeface="Aptos Display" panose="020F0302020204030204"/>
            </a:rPr>
            <a:t> </a:t>
          </a:r>
          <a:r>
            <a:rPr lang="en-US" sz="2400" i="0" kern="1200"/>
            <a:t>City Traffic Control </a:t>
          </a:r>
          <a:r>
            <a:rPr lang="en-US" sz="2400" i="1" kern="1200">
              <a:latin typeface="Aptos Display" panose="020F0302020204030204"/>
            </a:rPr>
            <a:t>Room</a:t>
          </a:r>
          <a:r>
            <a:rPr lang="en-US" sz="2400" kern="1200"/>
            <a:t> </a:t>
          </a:r>
          <a:r>
            <a:rPr lang="en-US" sz="2400" i="0" kern="1200">
              <a:latin typeface="Aptos Display" panose="020F0302020204030204"/>
            </a:rPr>
            <a:t>         </a:t>
          </a:r>
          <a:r>
            <a:rPr lang="en-US" sz="1800" i="0" kern="1200">
              <a:latin typeface="Aptos Display" panose="020F0302020204030204"/>
            </a:rPr>
            <a:t>  </a:t>
          </a:r>
          <a:endParaRPr lang="en-US" sz="2600" i="0" kern="1200">
            <a:latin typeface="Aptos Display" panose="020F0302020204030204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i="0" kern="1200"/>
            <a:t> See all roads at once</a:t>
          </a:r>
          <a:endParaRPr lang="en-US" sz="2000" i="0" kern="1200">
            <a:latin typeface="Aptos Display" panose="020F0302020204030204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Manage city wide traffic</a:t>
          </a:r>
          <a:endParaRPr lang="en-US" sz="2000" kern="1200">
            <a:latin typeface="Aptos Display" panose="020F0302020204030204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i="0" kern="1200"/>
            <a:t>Admin dashboard always open</a:t>
          </a:r>
          <a:endParaRPr lang="en-US" sz="2000" i="0" kern="1200">
            <a:latin typeface="Aptos Display" panose="020F0302020204030204"/>
          </a:endParaRPr>
        </a:p>
      </dsp:txBody>
      <dsp:txXfrm rot="5400000">
        <a:off x="3868250" y="1000799"/>
        <a:ext cx="3597085" cy="3002398"/>
      </dsp:txXfrm>
    </dsp:sp>
    <dsp:sp modelId="{A875FA03-51EA-4890-8A9D-402964FF06C0}">
      <dsp:nvSpPr>
        <dsp:cNvPr id="0" name=""/>
        <dsp:cNvSpPr/>
      </dsp:nvSpPr>
      <dsp:spPr>
        <a:xfrm rot="16200000">
          <a:off x="7031659" y="703456"/>
          <a:ext cx="5003998" cy="3597085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0" kern="1200"/>
            <a:t>Municipal Corporation / </a:t>
          </a:r>
          <a:r>
            <a:rPr lang="en-US" sz="2400" i="1" kern="1200">
              <a:latin typeface="Aptos Display" panose="020F0302020204030204"/>
            </a:rPr>
            <a:t>BBMP</a:t>
          </a:r>
          <a:endParaRPr lang="en-US" sz="2400" i="1" kern="1200">
            <a:latin typeface="Aptos Display" panose="02110004020202020204"/>
          </a:endParaRP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i="0" kern="1200"/>
            <a:t> </a:t>
          </a:r>
          <a:r>
            <a:rPr lang="en-US" sz="2000" i="0" kern="1200"/>
            <a:t>Plan road expansions</a:t>
          </a:r>
          <a:endParaRPr lang="en-US" sz="2000" i="0" kern="1200">
            <a:latin typeface="Aptos Display" panose="02110004020202020204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i="0" kern="1200"/>
            <a:t> Identify problem areas</a:t>
          </a:r>
          <a:endParaRPr lang="en-US" sz="2000" i="0" kern="1200">
            <a:latin typeface="Aptos Display" panose="020F0302020204030204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i="0" kern="1200"/>
            <a:t>Make policy decisions</a:t>
          </a:r>
          <a:endParaRPr lang="en-US" sz="2000" i="0" kern="1200">
            <a:latin typeface="Aptos Display" panose="020F0302020204030204"/>
          </a:endParaRPr>
        </a:p>
      </dsp:txBody>
      <dsp:txXfrm rot="5400000">
        <a:off x="7735116" y="1000799"/>
        <a:ext cx="3597085" cy="3002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22B26-DDED-7B93-2ACF-AC091C30D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3400">
                <a:ea typeface="+mj-lt"/>
                <a:cs typeface="+mj-lt"/>
              </a:rPr>
              <a:t>🚦 </a:t>
            </a:r>
            <a:r>
              <a:rPr lang="en-US" sz="3400" b="1" i="1">
                <a:latin typeface="Bookman Old Style"/>
                <a:ea typeface="+mj-lt"/>
                <a:cs typeface="+mj-lt"/>
              </a:rPr>
              <a:t>AI-Based Traffic Congestion Prediction &amp; Optimization System </a:t>
            </a:r>
            <a:br>
              <a:rPr lang="en-US" sz="3400" b="1" i="1">
                <a:latin typeface="Bookman Old Style"/>
                <a:ea typeface="+mj-lt"/>
                <a:cs typeface="+mj-lt"/>
              </a:rPr>
            </a:br>
            <a:r>
              <a:rPr lang="en-US" sz="3400" b="1" i="1">
                <a:latin typeface="Bookman Old Style"/>
              </a:rPr>
              <a:t>                             </a:t>
            </a:r>
            <a:endParaRPr lang="en-US" sz="3400" b="1">
              <a:latin typeface="Bookman Old Style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A78E63-9EB0-C7FA-C556-1B31B2AD4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11149017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i="1">
                <a:latin typeface="Book Antiqua"/>
                <a:ea typeface="+mn-lt"/>
                <a:cs typeface="+mn-lt"/>
              </a:rPr>
              <a:t>                                                                                               "Predict. Prevent. Optimize."</a:t>
            </a:r>
          </a:p>
          <a:p>
            <a:pPr marL="0" indent="0">
              <a:buNone/>
            </a:pPr>
            <a:endParaRPr lang="en-US" sz="2400">
              <a:latin typeface="Aptos"/>
            </a:endParaRPr>
          </a:p>
          <a:p>
            <a:pPr marL="0" indent="0">
              <a:buNone/>
            </a:pPr>
            <a:endParaRPr lang="en-US" sz="2400">
              <a:latin typeface="Aptos"/>
            </a:endParaRPr>
          </a:p>
          <a:p>
            <a:pPr marL="0" indent="0">
              <a:buNone/>
            </a:pPr>
            <a:r>
              <a:rPr lang="en-US" sz="2400" b="1">
                <a:latin typeface="Bookman Old Style"/>
              </a:rPr>
              <a:t>TEAM NAME</a:t>
            </a:r>
            <a:r>
              <a:rPr lang="en-US" sz="2400">
                <a:latin typeface="Bookman Old Style"/>
              </a:rPr>
              <a:t>:- ''</a:t>
            </a:r>
            <a:r>
              <a:rPr lang="en-US" sz="2400" i="1">
                <a:latin typeface="Bookman Old Style"/>
              </a:rPr>
              <a:t>Code Blooded''</a:t>
            </a:r>
          </a:p>
          <a:p>
            <a:pPr marL="0" indent="0">
              <a:buNone/>
            </a:pPr>
            <a:r>
              <a:rPr lang="en-US" sz="2400" b="1">
                <a:latin typeface="Bookman Old Style"/>
              </a:rPr>
              <a:t>EVENT</a:t>
            </a:r>
            <a:r>
              <a:rPr lang="en-US" sz="2400">
                <a:latin typeface="Bookman Old Style"/>
              </a:rPr>
              <a:t>:-  </a:t>
            </a:r>
            <a:r>
              <a:rPr lang="en-US" sz="2400" i="1">
                <a:latin typeface="Bookman Old Style"/>
              </a:rPr>
              <a:t>HACKANOVA 2026</a:t>
            </a:r>
          </a:p>
          <a:p>
            <a:pPr marL="0" indent="0">
              <a:buNone/>
            </a:pPr>
            <a:r>
              <a:rPr lang="en-US" sz="2400" b="1">
                <a:latin typeface="Bookman Old Style"/>
              </a:rPr>
              <a:t>TEAM NUMBER</a:t>
            </a:r>
            <a:r>
              <a:rPr lang="en-US" sz="2400">
                <a:latin typeface="Bookman Old Style"/>
              </a:rPr>
              <a:t>:-</a:t>
            </a:r>
            <a:r>
              <a:rPr lang="en-US" sz="2400" i="1">
                <a:latin typeface="Bookman Old Style"/>
              </a:rPr>
              <a:t> 33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Half Frame 3">
            <a:extLst>
              <a:ext uri="{FF2B5EF4-FFF2-40B4-BE49-F238E27FC236}">
                <a16:creationId xmlns:a16="http://schemas.microsoft.com/office/drawing/2014/main" id="{2D1A84F2-9747-F494-FC18-50F3C9851879}"/>
              </a:ext>
            </a:extLst>
          </p:cNvPr>
          <p:cNvSpPr/>
          <p:nvPr/>
        </p:nvSpPr>
        <p:spPr>
          <a:xfrm>
            <a:off x="958" y="4473"/>
            <a:ext cx="880533" cy="897466"/>
          </a:xfrm>
          <a:prstGeom prst="halfFrame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F95409B0-4650-8188-7E0B-F0038E63D86A}"/>
              </a:ext>
            </a:extLst>
          </p:cNvPr>
          <p:cNvSpPr/>
          <p:nvPr/>
        </p:nvSpPr>
        <p:spPr>
          <a:xfrm rot="10800000">
            <a:off x="11400632" y="5968439"/>
            <a:ext cx="797485" cy="890783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06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053C116-01BC-33F9-898E-54572989C8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4310945"/>
              </p:ext>
            </p:extLst>
          </p:nvPr>
        </p:nvGraphicFramePr>
        <p:xfrm>
          <a:off x="510397" y="2276808"/>
          <a:ext cx="10935834" cy="4583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EAD9FB0-D3FB-0F41-5535-2EC2A5280771}"/>
              </a:ext>
            </a:extLst>
          </p:cNvPr>
          <p:cNvSpPr txBox="1"/>
          <p:nvPr/>
        </p:nvSpPr>
        <p:spPr>
          <a:xfrm>
            <a:off x="877018" y="165340"/>
            <a:ext cx="10552981" cy="1846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92D05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T</a:t>
            </a:r>
            <a:r>
              <a:rPr lang="en-US" sz="3200" b="1"/>
              <a:t>he Problem:- </a:t>
            </a:r>
            <a:r>
              <a:rPr lang="en-US" sz="3200"/>
              <a:t> Peak-hour gridlocks, Infrastructure bottlenecks, No advance congestion prediction</a:t>
            </a:r>
          </a:p>
          <a:p>
            <a:r>
              <a:rPr lang="en-US" sz="3200" b="1"/>
              <a:t>Result:</a:t>
            </a:r>
            <a:r>
              <a:rPr lang="en-US" sz="3200"/>
              <a:t> Time loss. Fuel waste. Pollution.</a:t>
            </a:r>
          </a:p>
          <a:p>
            <a:pPr algn="ctr"/>
            <a:endParaRPr lang="en-US"/>
          </a:p>
        </p:txBody>
      </p:sp>
      <p:sp>
        <p:nvSpPr>
          <p:cNvPr id="41" name="Half Frame 40">
            <a:extLst>
              <a:ext uri="{FF2B5EF4-FFF2-40B4-BE49-F238E27FC236}">
                <a16:creationId xmlns:a16="http://schemas.microsoft.com/office/drawing/2014/main" id="{A0E0A8FE-9B43-E182-3337-E015C63AEF5A}"/>
              </a:ext>
            </a:extLst>
          </p:cNvPr>
          <p:cNvSpPr/>
          <p:nvPr/>
        </p:nvSpPr>
        <p:spPr>
          <a:xfrm>
            <a:off x="958" y="4473"/>
            <a:ext cx="880533" cy="897466"/>
          </a:xfrm>
          <a:prstGeom prst="halfFrame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Half Frame 41">
            <a:extLst>
              <a:ext uri="{FF2B5EF4-FFF2-40B4-BE49-F238E27FC236}">
                <a16:creationId xmlns:a16="http://schemas.microsoft.com/office/drawing/2014/main" id="{9078B93C-8545-80CD-4E53-6DBD254943F7}"/>
              </a:ext>
            </a:extLst>
          </p:cNvPr>
          <p:cNvSpPr/>
          <p:nvPr/>
        </p:nvSpPr>
        <p:spPr>
          <a:xfrm rot="10800000">
            <a:off x="11400632" y="5968439"/>
            <a:ext cx="797485" cy="890783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984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84B84FA-48E0-DC03-608A-AFFD980E41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0571085"/>
              </p:ext>
            </p:extLst>
          </p:nvPr>
        </p:nvGraphicFramePr>
        <p:xfrm>
          <a:off x="435128" y="1427882"/>
          <a:ext cx="11333585" cy="5003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9" name="TextBox 78">
            <a:extLst>
              <a:ext uri="{FF2B5EF4-FFF2-40B4-BE49-F238E27FC236}">
                <a16:creationId xmlns:a16="http://schemas.microsoft.com/office/drawing/2014/main" id="{C26CD79D-AE28-21F3-DE74-A63D40C7F7EB}"/>
              </a:ext>
            </a:extLst>
          </p:cNvPr>
          <p:cNvSpPr txBox="1"/>
          <p:nvPr/>
        </p:nvSpPr>
        <p:spPr>
          <a:xfrm>
            <a:off x="1671750" y="430403"/>
            <a:ext cx="919263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>
                <a:latin typeface="Bookman Old Style"/>
              </a:rPr>
              <a:t>TARGET USERS</a:t>
            </a:r>
          </a:p>
        </p:txBody>
      </p:sp>
      <p:sp>
        <p:nvSpPr>
          <p:cNvPr id="84" name="Half Frame 83">
            <a:extLst>
              <a:ext uri="{FF2B5EF4-FFF2-40B4-BE49-F238E27FC236}">
                <a16:creationId xmlns:a16="http://schemas.microsoft.com/office/drawing/2014/main" id="{9B931377-5539-F906-4371-ECEA05C90463}"/>
              </a:ext>
            </a:extLst>
          </p:cNvPr>
          <p:cNvSpPr/>
          <p:nvPr/>
        </p:nvSpPr>
        <p:spPr>
          <a:xfrm>
            <a:off x="958" y="4473"/>
            <a:ext cx="880533" cy="897466"/>
          </a:xfrm>
          <a:prstGeom prst="halfFrame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5" name="Half Frame 84">
            <a:extLst>
              <a:ext uri="{FF2B5EF4-FFF2-40B4-BE49-F238E27FC236}">
                <a16:creationId xmlns:a16="http://schemas.microsoft.com/office/drawing/2014/main" id="{1136D0D3-A1D9-659C-D6DC-DC225FAA1CBB}"/>
              </a:ext>
            </a:extLst>
          </p:cNvPr>
          <p:cNvSpPr/>
          <p:nvPr/>
        </p:nvSpPr>
        <p:spPr>
          <a:xfrm rot="10800000">
            <a:off x="11400632" y="5968439"/>
            <a:ext cx="797485" cy="890783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483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149A2F-D24C-0D3A-DEF4-292AE0DE11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995" t="24991" r="6966" b="13445"/>
          <a:stretch>
            <a:fillRect/>
          </a:stretch>
        </p:blipFill>
        <p:spPr>
          <a:xfrm>
            <a:off x="158152" y="15430"/>
            <a:ext cx="12028264" cy="683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74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E2A44D-0FFC-DBFD-73BD-2D58A2F52572}"/>
              </a:ext>
            </a:extLst>
          </p:cNvPr>
          <p:cNvSpPr txBox="1"/>
          <p:nvPr/>
        </p:nvSpPr>
        <p:spPr>
          <a:xfrm>
            <a:off x="679100" y="-4282"/>
            <a:ext cx="873867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latin typeface="Bookman Old Style"/>
              </a:rPr>
              <a:t>KEY BENIFITS:-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39D64A8-9814-15F8-C0DF-20D23B04295F}"/>
              </a:ext>
            </a:extLst>
          </p:cNvPr>
          <p:cNvSpPr/>
          <p:nvPr/>
        </p:nvSpPr>
        <p:spPr>
          <a:xfrm>
            <a:off x="579071" y="917703"/>
            <a:ext cx="2729556" cy="9241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+mn-lt"/>
                <a:cs typeface="+mn-lt"/>
              </a:rPr>
              <a:t>🚦 </a:t>
            </a:r>
            <a:r>
              <a:rPr lang="en-US" b="1" i="1">
                <a:solidFill>
                  <a:schemeClr val="tx1"/>
                </a:solidFill>
                <a:ea typeface="+mn-lt"/>
                <a:cs typeface="+mn-lt"/>
              </a:rPr>
              <a:t>Faster traffic movement</a:t>
            </a:r>
            <a:endParaRPr lang="en-US" b="1" i="1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D078E8-4D47-D3FF-E558-7DFDBB3CAA02}"/>
              </a:ext>
            </a:extLst>
          </p:cNvPr>
          <p:cNvSpPr/>
          <p:nvPr/>
        </p:nvSpPr>
        <p:spPr>
          <a:xfrm>
            <a:off x="4446579" y="917702"/>
            <a:ext cx="2729556" cy="9241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i="1">
                <a:solidFill>
                  <a:schemeClr val="tx1"/>
                </a:solidFill>
                <a:ea typeface="+mn-lt"/>
                <a:cs typeface="+mn-lt"/>
              </a:rPr>
              <a:t>⏱ Reduced waiting time at signals</a:t>
            </a:r>
            <a:endParaRPr lang="en-US" b="1" i="1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666E31-FA92-214F-3FA7-2E46F281E71F}"/>
              </a:ext>
            </a:extLst>
          </p:cNvPr>
          <p:cNvSpPr/>
          <p:nvPr/>
        </p:nvSpPr>
        <p:spPr>
          <a:xfrm>
            <a:off x="8170316" y="917703"/>
            <a:ext cx="2729556" cy="9241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i="1">
                <a:solidFill>
                  <a:schemeClr val="tx1"/>
                </a:solidFill>
                <a:ea typeface="+mn-lt"/>
                <a:cs typeface="+mn-lt"/>
              </a:rPr>
              <a:t>⛽ Lower fuel consumption</a:t>
            </a:r>
            <a:endParaRPr lang="en-US" b="1" i="1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FBD58A-C3AE-56BF-83C1-44944F9283F1}"/>
              </a:ext>
            </a:extLst>
          </p:cNvPr>
          <p:cNvSpPr/>
          <p:nvPr/>
        </p:nvSpPr>
        <p:spPr>
          <a:xfrm>
            <a:off x="564693" y="2096647"/>
            <a:ext cx="2844575" cy="9241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i="1">
                <a:solidFill>
                  <a:schemeClr val="tx1"/>
                </a:solidFill>
                <a:ea typeface="+mn-lt"/>
                <a:cs typeface="+mn-lt"/>
              </a:rPr>
              <a:t>🌍 Reduced air pollution</a:t>
            </a:r>
            <a:endParaRPr lang="en-US" b="1" i="1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4493E5F-4718-6105-65B0-D048F4BF31A5}"/>
              </a:ext>
            </a:extLst>
          </p:cNvPr>
          <p:cNvSpPr/>
          <p:nvPr/>
        </p:nvSpPr>
        <p:spPr>
          <a:xfrm>
            <a:off x="4446581" y="2096646"/>
            <a:ext cx="2729556" cy="9241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i="1">
                <a:solidFill>
                  <a:schemeClr val="tx1"/>
                </a:solidFill>
                <a:ea typeface="+mn-lt"/>
                <a:cs typeface="+mn-lt"/>
              </a:rPr>
              <a:t>📈 Improved urban traffic planning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F21AA9-EB91-EBDF-A90B-45D9F0301357}"/>
              </a:ext>
            </a:extLst>
          </p:cNvPr>
          <p:cNvSpPr/>
          <p:nvPr/>
        </p:nvSpPr>
        <p:spPr>
          <a:xfrm>
            <a:off x="579069" y="4454533"/>
            <a:ext cx="2830198" cy="9241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i="1">
                <a:solidFill>
                  <a:schemeClr val="tx1"/>
                </a:solidFill>
                <a:ea typeface="+mn-lt"/>
                <a:cs typeface="+mn-lt"/>
              </a:rPr>
              <a:t>🚗 Reduces traffic congestion and travel time</a:t>
            </a:r>
            <a:endParaRPr lang="en-US" b="1" i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366D4AD-E47C-E957-1969-0CAA031A6966}"/>
              </a:ext>
            </a:extLst>
          </p:cNvPr>
          <p:cNvSpPr/>
          <p:nvPr/>
        </p:nvSpPr>
        <p:spPr>
          <a:xfrm>
            <a:off x="4446580" y="4454533"/>
            <a:ext cx="2815820" cy="9241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i="1">
                <a:solidFill>
                  <a:schemeClr val="tx1"/>
                </a:solidFill>
                <a:ea typeface="+mn-lt"/>
                <a:cs typeface="+mn-lt"/>
              </a:rPr>
              <a:t>⛽ Decreases fuel consumption</a:t>
            </a:r>
            <a:endParaRPr lang="en-US" b="1" i="1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5285F9A-3971-9ECA-F07D-F32B821D3A2B}"/>
              </a:ext>
            </a:extLst>
          </p:cNvPr>
          <p:cNvSpPr/>
          <p:nvPr/>
        </p:nvSpPr>
        <p:spPr>
          <a:xfrm>
            <a:off x="8170317" y="2096647"/>
            <a:ext cx="2729556" cy="9241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i="1">
                <a:solidFill>
                  <a:schemeClr val="tx1"/>
                </a:solidFill>
                <a:ea typeface="+mn-lt"/>
                <a:cs typeface="+mn-lt"/>
              </a:rPr>
              <a:t>🤖 AI-driven smart decision making</a:t>
            </a:r>
            <a:endParaRPr lang="en-US" b="1" i="1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D628D65-01CC-4CB1-E7D8-F252B2898913}"/>
              </a:ext>
            </a:extLst>
          </p:cNvPr>
          <p:cNvSpPr/>
          <p:nvPr/>
        </p:nvSpPr>
        <p:spPr>
          <a:xfrm>
            <a:off x="2318731" y="5647853"/>
            <a:ext cx="2801442" cy="9241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i="1">
                <a:solidFill>
                  <a:schemeClr val="tx1"/>
                </a:solidFill>
                <a:ea typeface="+mn-lt"/>
                <a:cs typeface="+mn-lt"/>
              </a:rPr>
              <a:t>📊 Improves traffic management efficiency</a:t>
            </a:r>
            <a:endParaRPr lang="en-US" b="1" i="1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F137B3B-2619-517D-35B7-63A7802163C3}"/>
              </a:ext>
            </a:extLst>
          </p:cNvPr>
          <p:cNvSpPr/>
          <p:nvPr/>
        </p:nvSpPr>
        <p:spPr>
          <a:xfrm>
            <a:off x="8170315" y="4454533"/>
            <a:ext cx="2729556" cy="9241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i="1">
                <a:solidFill>
                  <a:schemeClr val="tx1"/>
                </a:solidFill>
                <a:ea typeface="+mn-lt"/>
                <a:cs typeface="+mn-lt"/>
              </a:rPr>
              <a:t>🌱 Lowers air pollution and carbon emissions</a:t>
            </a:r>
            <a:endParaRPr lang="en-US" b="1" i="1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263B927-12C8-13E3-EA0A-3735851AA58F}"/>
              </a:ext>
            </a:extLst>
          </p:cNvPr>
          <p:cNvSpPr/>
          <p:nvPr/>
        </p:nvSpPr>
        <p:spPr>
          <a:xfrm>
            <a:off x="6229372" y="5647853"/>
            <a:ext cx="2815820" cy="9241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i="1">
                <a:solidFill>
                  <a:schemeClr val="tx1"/>
                </a:solidFill>
                <a:ea typeface="+mn-lt"/>
                <a:cs typeface="+mn-lt"/>
              </a:rPr>
              <a:t>💼 Minimizes economic productivity loss</a:t>
            </a:r>
            <a:endParaRPr lang="en-US" b="1" i="1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7312EE-6CF7-4326-FA64-C41DA16C5137}"/>
              </a:ext>
            </a:extLst>
          </p:cNvPr>
          <p:cNvSpPr txBox="1"/>
          <p:nvPr/>
        </p:nvSpPr>
        <p:spPr>
          <a:xfrm>
            <a:off x="574788" y="3435270"/>
            <a:ext cx="426395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latin typeface="Bookman Old Style"/>
              </a:rPr>
              <a:t>KEY IMPACTS:-</a:t>
            </a:r>
            <a:endParaRPr lang="en-US"/>
          </a:p>
        </p:txBody>
      </p:sp>
      <p:sp>
        <p:nvSpPr>
          <p:cNvPr id="16" name="Half Frame 15">
            <a:extLst>
              <a:ext uri="{FF2B5EF4-FFF2-40B4-BE49-F238E27FC236}">
                <a16:creationId xmlns:a16="http://schemas.microsoft.com/office/drawing/2014/main" id="{08824131-8B88-5901-0AD2-696CF53E9BB3}"/>
              </a:ext>
            </a:extLst>
          </p:cNvPr>
          <p:cNvSpPr/>
          <p:nvPr/>
        </p:nvSpPr>
        <p:spPr>
          <a:xfrm>
            <a:off x="958" y="4473"/>
            <a:ext cx="880533" cy="897466"/>
          </a:xfrm>
          <a:prstGeom prst="halfFrame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Half Frame 17">
            <a:extLst>
              <a:ext uri="{FF2B5EF4-FFF2-40B4-BE49-F238E27FC236}">
                <a16:creationId xmlns:a16="http://schemas.microsoft.com/office/drawing/2014/main" id="{35A30DDF-2D7C-D2E9-4E69-8ED86B600FBC}"/>
              </a:ext>
            </a:extLst>
          </p:cNvPr>
          <p:cNvSpPr/>
          <p:nvPr/>
        </p:nvSpPr>
        <p:spPr>
          <a:xfrm rot="10800000">
            <a:off x="11400632" y="5968439"/>
            <a:ext cx="797485" cy="890783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350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63FB77-188A-3ACA-92A6-B93A114696D6}"/>
              </a:ext>
            </a:extLst>
          </p:cNvPr>
          <p:cNvSpPr txBox="1"/>
          <p:nvPr/>
        </p:nvSpPr>
        <p:spPr>
          <a:xfrm>
            <a:off x="560717" y="271732"/>
            <a:ext cx="10409207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Bookman Old Style"/>
              </a:rPr>
              <a:t>Traffic Congestion Prediction Workflow </a:t>
            </a:r>
          </a:p>
          <a:p>
            <a:pPr algn="ctr"/>
            <a:endParaRPr lang="en-US" b="1" dirty="0">
              <a:latin typeface="Bookman Old Style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846BC17-ECEB-880E-23F9-12768FB113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903" y="20131"/>
            <a:ext cx="12458599" cy="7047778"/>
          </a:xfrm>
          <a:prstGeom prst="rect">
            <a:avLst/>
          </a:prstGeom>
        </p:spPr>
      </p:pic>
      <p:sp>
        <p:nvSpPr>
          <p:cNvPr id="7" name="Half Frame 6">
            <a:extLst>
              <a:ext uri="{FF2B5EF4-FFF2-40B4-BE49-F238E27FC236}">
                <a16:creationId xmlns:a16="http://schemas.microsoft.com/office/drawing/2014/main" id="{7F0E0D73-3CF7-8D72-A275-5D86EEC94025}"/>
              </a:ext>
            </a:extLst>
          </p:cNvPr>
          <p:cNvSpPr/>
          <p:nvPr/>
        </p:nvSpPr>
        <p:spPr>
          <a:xfrm>
            <a:off x="958" y="4473"/>
            <a:ext cx="880533" cy="897466"/>
          </a:xfrm>
          <a:prstGeom prst="halfFrame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Half Frame 8">
            <a:extLst>
              <a:ext uri="{FF2B5EF4-FFF2-40B4-BE49-F238E27FC236}">
                <a16:creationId xmlns:a16="http://schemas.microsoft.com/office/drawing/2014/main" id="{B3DD7935-FDE3-A00A-76A9-C7F3FA4AFB70}"/>
              </a:ext>
            </a:extLst>
          </p:cNvPr>
          <p:cNvSpPr/>
          <p:nvPr/>
        </p:nvSpPr>
        <p:spPr>
          <a:xfrm rot="10800000">
            <a:off x="11400632" y="5968439"/>
            <a:ext cx="797485" cy="890783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034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traffic data&#10;&#10;AI-generated content may be incorrect.">
            <a:extLst>
              <a:ext uri="{FF2B5EF4-FFF2-40B4-BE49-F238E27FC236}">
                <a16:creationId xmlns:a16="http://schemas.microsoft.com/office/drawing/2014/main" id="{13862A4D-B650-01A2-6406-CD27755BD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67" y="818071"/>
            <a:ext cx="5420803" cy="5811329"/>
          </a:xfrm>
          <a:prstGeom prst="rect">
            <a:avLst/>
          </a:prstGeom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D42F6C8-3B9F-8F27-3DEE-46625D3034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1544512"/>
              </p:ext>
            </p:extLst>
          </p:nvPr>
        </p:nvGraphicFramePr>
        <p:xfrm>
          <a:off x="6502879" y="373512"/>
          <a:ext cx="5171872" cy="268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1872">
                  <a:extLst>
                    <a:ext uri="{9D8B030D-6E8A-4147-A177-3AD203B41FA5}">
                      <a16:colId xmlns:a16="http://schemas.microsoft.com/office/drawing/2014/main" val="229458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>
                          <a:latin typeface="Bookman Old Style"/>
                        </a:rPr>
                        <a:t>Feasibility</a:t>
                      </a:r>
                      <a:endParaRPr lang="en-US" sz="2000" b="0" i="0" u="none" strike="noStrike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80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Built using lightweight technologies (Python, Flask, MySQL)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679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Runs on standard hardware (no high-end setup needed)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404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Compatible with existing traffic data sources (manual, sensors, CCTV)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477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ML model improves using historical data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84238"/>
                  </a:ext>
                </a:extLst>
              </a:tr>
            </a:tbl>
          </a:graphicData>
        </a:graphic>
      </p:graphicFrame>
      <p:pic>
        <p:nvPicPr>
          <p:cNvPr id="7" name="Picture 6" descr="A white gear with a black circle&#10;&#10;AI-generated content may be incorrect.">
            <a:extLst>
              <a:ext uri="{FF2B5EF4-FFF2-40B4-BE49-F238E27FC236}">
                <a16:creationId xmlns:a16="http://schemas.microsoft.com/office/drawing/2014/main" id="{1E0255E7-19D5-9FD2-A31C-EA32F11BE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825" y="1753333"/>
            <a:ext cx="385397" cy="467458"/>
          </a:xfrm>
          <a:prstGeom prst="rect">
            <a:avLst/>
          </a:prstGeom>
        </p:spPr>
      </p:pic>
      <p:pic>
        <p:nvPicPr>
          <p:cNvPr id="9" name="Picture 8" descr="A white gear with a black circle&#10;&#10;AI-generated content may be incorrect.">
            <a:extLst>
              <a:ext uri="{FF2B5EF4-FFF2-40B4-BE49-F238E27FC236}">
                <a16:creationId xmlns:a16="http://schemas.microsoft.com/office/drawing/2014/main" id="{FAC5DE7F-6D9A-5FE7-650D-DB8588609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225" y="1905733"/>
            <a:ext cx="385397" cy="467458"/>
          </a:xfrm>
          <a:prstGeom prst="rect">
            <a:avLst/>
          </a:prstGeom>
        </p:spPr>
      </p:pic>
      <p:graphicFrame>
        <p:nvGraphicFramePr>
          <p:cNvPr id="11" name="Content Placeholder 5">
            <a:extLst>
              <a:ext uri="{FF2B5EF4-FFF2-40B4-BE49-F238E27FC236}">
                <a16:creationId xmlns:a16="http://schemas.microsoft.com/office/drawing/2014/main" id="{655F42A9-F0DF-4054-6102-4A1EF089C6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9575921"/>
              </p:ext>
            </p:extLst>
          </p:nvPr>
        </p:nvGraphicFramePr>
        <p:xfrm>
          <a:off x="6502879" y="3433677"/>
          <a:ext cx="5285558" cy="2609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5558">
                  <a:extLst>
                    <a:ext uri="{9D8B030D-6E8A-4147-A177-3AD203B41FA5}">
                      <a16:colId xmlns:a16="http://schemas.microsoft.com/office/drawing/2014/main" val="3825470642"/>
                    </a:ext>
                  </a:extLst>
                </a:gridCol>
              </a:tblGrid>
              <a:tr h="52183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🚀</a:t>
                      </a:r>
                      <a:r>
                        <a:rPr lang="en-US" sz="2000" b="0" i="0" u="none" strike="noStrike" noProof="0">
                          <a:latin typeface="Bookman Old Style"/>
                        </a:rPr>
                        <a:t> </a:t>
                      </a:r>
                      <a:r>
                        <a:rPr lang="en-US" sz="2000" b="1" i="0" u="none" strike="noStrike" noProof="0">
                          <a:latin typeface="Bookman Old Style"/>
                        </a:rPr>
                        <a:t>Scalability</a:t>
                      </a:r>
                      <a:endParaRPr lang="en-US" sz="2000" b="1">
                        <a:latin typeface="Bookman Old Style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421235"/>
                  </a:ext>
                </a:extLst>
              </a:tr>
              <a:tr h="52183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Add new roads via database updates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862545"/>
                  </a:ext>
                </a:extLst>
              </a:tr>
              <a:tr h="52183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Optimized with indexing for better performance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373814"/>
                  </a:ext>
                </a:extLst>
              </a:tr>
              <a:tr h="52183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Modular REST API supports easy expansion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989592"/>
                  </a:ext>
                </a:extLst>
              </a:tr>
              <a:tr h="52183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Cloud-ready for city-wide deployment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008814"/>
                  </a:ext>
                </a:extLst>
              </a:tr>
            </a:tbl>
          </a:graphicData>
        </a:graphic>
      </p:graphicFrame>
      <p:pic>
        <p:nvPicPr>
          <p:cNvPr id="4" name="Picture 3" descr="A white gear with a black circle&#10;&#10;AI-generated content may be incorrect.">
            <a:extLst>
              <a:ext uri="{FF2B5EF4-FFF2-40B4-BE49-F238E27FC236}">
                <a16:creationId xmlns:a16="http://schemas.microsoft.com/office/drawing/2014/main" id="{18129955-6A5B-3790-2D0C-56E339AF8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676" y="375138"/>
            <a:ext cx="390525" cy="457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0E0C28-29DB-1C30-8225-C4163652BF55}"/>
              </a:ext>
            </a:extLst>
          </p:cNvPr>
          <p:cNvSpPr txBox="1"/>
          <p:nvPr/>
        </p:nvSpPr>
        <p:spPr>
          <a:xfrm>
            <a:off x="599872" y="243191"/>
            <a:ext cx="280480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latin typeface="Bookman Old Style"/>
              </a:rPr>
              <a:t>ER-DIAGRAM:-</a:t>
            </a:r>
          </a:p>
        </p:txBody>
      </p:sp>
    </p:spTree>
    <p:extLst>
      <p:ext uri="{BB962C8B-B14F-4D97-AF65-F5344CB8AC3E}">
        <p14:creationId xmlns:p14="http://schemas.microsoft.com/office/powerpoint/2010/main" val="4294417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8BC40C-3E6C-D5B4-9671-439301AEAFA4}"/>
              </a:ext>
            </a:extLst>
          </p:cNvPr>
          <p:cNvSpPr txBox="1"/>
          <p:nvPr/>
        </p:nvSpPr>
        <p:spPr>
          <a:xfrm>
            <a:off x="4536514" y="2382052"/>
            <a:ext cx="338663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latin typeface="Bookman Old Style"/>
              </a:rPr>
              <a:t>THANKYOU</a:t>
            </a:r>
            <a:endParaRPr lang="en-US" b="1">
              <a:latin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3806177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🚦 AI-Based Traffic Congestion Prediction &amp; Optimization System            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133</cp:revision>
  <dcterms:created xsi:type="dcterms:W3CDTF">2013-07-15T20:26:40Z</dcterms:created>
  <dcterms:modified xsi:type="dcterms:W3CDTF">2026-02-27T09:38:12Z</dcterms:modified>
</cp:coreProperties>
</file>